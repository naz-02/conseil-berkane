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29" r:id="rId2"/>
    <p:sldId id="260" r:id="rId3"/>
    <p:sldId id="347" r:id="rId4"/>
    <p:sldId id="353" r:id="rId5"/>
    <p:sldId id="365" r:id="rId6"/>
    <p:sldId id="356" r:id="rId7"/>
    <p:sldId id="354" r:id="rId8"/>
    <p:sldId id="349" r:id="rId9"/>
    <p:sldId id="351" r:id="rId10"/>
    <p:sldId id="350" r:id="rId11"/>
    <p:sldId id="352" r:id="rId12"/>
    <p:sldId id="361" r:id="rId13"/>
    <p:sldId id="359" r:id="rId14"/>
    <p:sldId id="360" r:id="rId15"/>
    <p:sldId id="355" r:id="rId16"/>
    <p:sldId id="374" r:id="rId17"/>
    <p:sldId id="363" r:id="rId18"/>
    <p:sldId id="373" r:id="rId19"/>
    <p:sldId id="366" r:id="rId20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CCCCFF"/>
    <a:srgbClr val="000000"/>
    <a:srgbClr val="99FF99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C8BAC1-C0A6-4CDF-999C-B6CA759DEE54}" type="doc">
      <dgm:prSet loTypeId="urn:microsoft.com/office/officeart/2005/8/layout/lProcess3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fr-FR"/>
        </a:p>
      </dgm:t>
    </dgm:pt>
    <dgm:pt modelId="{06A95B31-ED5C-43E7-BE6C-7F08185F189F}">
      <dgm:prSet phldrT="[Texte]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>
        <a:noFill/>
        <a:ln>
          <a:solidFill>
            <a:srgbClr val="C00000"/>
          </a:solidFill>
        </a:ln>
      </dgm:spPr>
      <dgm:t>
        <a:bodyPr/>
        <a:lstStyle/>
        <a:p>
          <a:pPr rtl="1"/>
          <a:r>
            <a:rPr lang="ar-MA" b="0" dirty="0">
              <a:solidFill>
                <a:srgbClr val="000000"/>
              </a:solidFill>
              <a:effectLst/>
              <a:latin typeface="+mn-lt"/>
              <a:ea typeface="+mn-ea"/>
              <a:cs typeface="+mn-cs"/>
            </a:rPr>
            <a:t>المحورالاول</a:t>
          </a:r>
          <a:endParaRPr lang="fr-FR" b="0" dirty="0">
            <a:solidFill>
              <a:srgbClr val="000000"/>
            </a:solidFill>
          </a:endParaRPr>
        </a:p>
      </dgm:t>
    </dgm:pt>
    <dgm:pt modelId="{C814805F-CED2-47EE-930B-449D032C7958}" type="parTrans" cxnId="{FCD9F69D-F183-48B3-912D-7DA05BC37B08}">
      <dgm:prSet/>
      <dgm:spPr/>
      <dgm:t>
        <a:bodyPr/>
        <a:lstStyle/>
        <a:p>
          <a:endParaRPr lang="fr-FR"/>
        </a:p>
      </dgm:t>
    </dgm:pt>
    <dgm:pt modelId="{97DFDD4B-72EC-460A-BABD-1CED49739B2D}" type="sibTrans" cxnId="{FCD9F69D-F183-48B3-912D-7DA05BC37B08}">
      <dgm:prSet/>
      <dgm:spPr/>
      <dgm:t>
        <a:bodyPr/>
        <a:lstStyle/>
        <a:p>
          <a:endParaRPr lang="fr-FR"/>
        </a:p>
      </dgm:t>
    </dgm:pt>
    <dgm:pt modelId="{53D20CAE-CAC9-49C0-BED6-7ACC4063382D}">
      <dgm:prSet phldrT="[Texte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pPr rtl="1"/>
          <a:r>
            <a:rPr lang="ar-MA" dirty="0">
              <a:effectLst/>
            </a:rPr>
            <a:t>تهيئة وصيانة البنيات التحتية و تهيئة المجال</a:t>
          </a:r>
          <a:endParaRPr lang="fr-FR" dirty="0"/>
        </a:p>
      </dgm:t>
    </dgm:pt>
    <dgm:pt modelId="{D4833C56-A234-4299-BA3C-296096F53F1F}" type="parTrans" cxnId="{FB772C33-395D-4699-A2C1-D2C80EF3D4B7}">
      <dgm:prSet/>
      <dgm:spPr/>
      <dgm:t>
        <a:bodyPr/>
        <a:lstStyle/>
        <a:p>
          <a:endParaRPr lang="fr-FR"/>
        </a:p>
      </dgm:t>
    </dgm:pt>
    <dgm:pt modelId="{79988340-F572-4401-8777-BED4C954BCD8}" type="sibTrans" cxnId="{FB772C33-395D-4699-A2C1-D2C80EF3D4B7}">
      <dgm:prSet/>
      <dgm:spPr/>
      <dgm:t>
        <a:bodyPr/>
        <a:lstStyle/>
        <a:p>
          <a:endParaRPr lang="fr-FR"/>
        </a:p>
      </dgm:t>
    </dgm:pt>
    <dgm:pt modelId="{B4196B09-FA48-4ADD-B593-258E6D94C797}">
      <dgm:prSet phldrT="[Texte]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>
        <a:noFill/>
        <a:ln>
          <a:solidFill>
            <a:srgbClr val="C00000"/>
          </a:solidFill>
        </a:ln>
      </dgm:spPr>
      <dgm:t>
        <a:bodyPr/>
        <a:lstStyle/>
        <a:p>
          <a:r>
            <a:rPr lang="ar-MA" b="0" dirty="0" err="1">
              <a:solidFill>
                <a:srgbClr val="000000"/>
              </a:solidFill>
            </a:rPr>
            <a:t>المحورالثاني</a:t>
          </a:r>
          <a:endParaRPr lang="fr-FR" b="0" dirty="0">
            <a:solidFill>
              <a:srgbClr val="000000"/>
            </a:solidFill>
          </a:endParaRPr>
        </a:p>
      </dgm:t>
    </dgm:pt>
    <dgm:pt modelId="{FA7CE63E-D4D5-4193-A8BC-8CC69ECA6E90}" type="parTrans" cxnId="{3D0A93EF-8E99-4EDF-88B9-5981A6ED915B}">
      <dgm:prSet/>
      <dgm:spPr/>
      <dgm:t>
        <a:bodyPr/>
        <a:lstStyle/>
        <a:p>
          <a:endParaRPr lang="fr-FR"/>
        </a:p>
      </dgm:t>
    </dgm:pt>
    <dgm:pt modelId="{C395FE06-B0AA-4AAE-9024-E2AF13290E27}" type="sibTrans" cxnId="{3D0A93EF-8E99-4EDF-88B9-5981A6ED915B}">
      <dgm:prSet/>
      <dgm:spPr/>
      <dgm:t>
        <a:bodyPr/>
        <a:lstStyle/>
        <a:p>
          <a:endParaRPr lang="fr-FR"/>
        </a:p>
      </dgm:t>
    </dgm:pt>
    <dgm:pt modelId="{B343CF45-2118-4F81-B21E-A01EC3E5C20B}">
      <dgm:prSet phldrT="[Texte]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solidFill>
          <a:srgbClr val="92D050"/>
        </a:solidFill>
      </dgm:spPr>
      <dgm:t>
        <a:bodyPr/>
        <a:lstStyle/>
        <a:p>
          <a:r>
            <a:rPr lang="ar-MA" dirty="0" err="1">
              <a:effectLst/>
            </a:rPr>
            <a:t>الرقمنة</a:t>
          </a:r>
          <a:r>
            <a:rPr lang="ar-MA" dirty="0">
              <a:effectLst/>
            </a:rPr>
            <a:t> و الارشيف</a:t>
          </a:r>
          <a:endParaRPr lang="fr-FR" dirty="0"/>
        </a:p>
      </dgm:t>
    </dgm:pt>
    <dgm:pt modelId="{3A149CC4-5650-47D8-B59B-89A556D37932}" type="parTrans" cxnId="{180196F6-9003-4402-8AF3-6C7B15BD3F22}">
      <dgm:prSet/>
      <dgm:spPr/>
      <dgm:t>
        <a:bodyPr/>
        <a:lstStyle/>
        <a:p>
          <a:endParaRPr lang="fr-FR"/>
        </a:p>
      </dgm:t>
    </dgm:pt>
    <dgm:pt modelId="{B4002F1C-3F79-4B99-AE20-2B44545E6B5E}" type="sibTrans" cxnId="{180196F6-9003-4402-8AF3-6C7B15BD3F22}">
      <dgm:prSet/>
      <dgm:spPr/>
      <dgm:t>
        <a:bodyPr/>
        <a:lstStyle/>
        <a:p>
          <a:endParaRPr lang="fr-FR"/>
        </a:p>
      </dgm:t>
    </dgm:pt>
    <dgm:pt modelId="{713D4E7B-3DDA-45B7-B6D5-98ACDF0BED91}">
      <dgm:prSet phldrT="[Texte]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>
        <a:noFill/>
        <a:ln>
          <a:solidFill>
            <a:srgbClr val="C00000"/>
          </a:solidFill>
        </a:ln>
      </dgm:spPr>
      <dgm:t>
        <a:bodyPr/>
        <a:lstStyle/>
        <a:p>
          <a:r>
            <a:rPr lang="ar-MA" b="0">
              <a:solidFill>
                <a:srgbClr val="000000"/>
              </a:solidFill>
            </a:rPr>
            <a:t>المحور الثالث</a:t>
          </a:r>
          <a:endParaRPr lang="fr-FR" b="0" dirty="0">
            <a:solidFill>
              <a:srgbClr val="000000"/>
            </a:solidFill>
          </a:endParaRPr>
        </a:p>
      </dgm:t>
    </dgm:pt>
    <dgm:pt modelId="{CE42D9D8-D243-4C00-AFFE-7CCCEAA7931A}" type="parTrans" cxnId="{28CA037A-197F-41DA-AD9C-6172973CD27C}">
      <dgm:prSet/>
      <dgm:spPr/>
      <dgm:t>
        <a:bodyPr/>
        <a:lstStyle/>
        <a:p>
          <a:endParaRPr lang="fr-FR"/>
        </a:p>
      </dgm:t>
    </dgm:pt>
    <dgm:pt modelId="{FA29844B-C2E5-49DB-AB01-F768B0F2FA15}" type="sibTrans" cxnId="{28CA037A-197F-41DA-AD9C-6172973CD27C}">
      <dgm:prSet/>
      <dgm:spPr/>
      <dgm:t>
        <a:bodyPr/>
        <a:lstStyle/>
        <a:p>
          <a:endParaRPr lang="fr-FR"/>
        </a:p>
      </dgm:t>
    </dgm:pt>
    <dgm:pt modelId="{118D11AC-97E9-4A06-B530-F14721BA1576}">
      <dgm:prSet phldrT="[Texte]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>
        <a:noFill/>
        <a:ln>
          <a:solidFill>
            <a:srgbClr val="C00000"/>
          </a:solidFill>
        </a:ln>
      </dgm:spPr>
      <dgm:t>
        <a:bodyPr/>
        <a:lstStyle/>
        <a:p>
          <a:r>
            <a:rPr lang="ar-MA" b="0">
              <a:solidFill>
                <a:srgbClr val="000000"/>
              </a:solidFill>
            </a:rPr>
            <a:t>المحورالخامس </a:t>
          </a:r>
          <a:endParaRPr lang="fr-FR" b="0" dirty="0">
            <a:solidFill>
              <a:srgbClr val="000000"/>
            </a:solidFill>
          </a:endParaRPr>
        </a:p>
      </dgm:t>
    </dgm:pt>
    <dgm:pt modelId="{82D80CBD-EADC-44D5-8922-4AF699D77D57}" type="parTrans" cxnId="{5BA39BDD-6DEA-4339-9369-9C347EE68401}">
      <dgm:prSet/>
      <dgm:spPr/>
      <dgm:t>
        <a:bodyPr/>
        <a:lstStyle/>
        <a:p>
          <a:endParaRPr lang="fr-FR"/>
        </a:p>
      </dgm:t>
    </dgm:pt>
    <dgm:pt modelId="{ACB79128-C891-4FBE-96C1-AD9E453C9D13}" type="sibTrans" cxnId="{5BA39BDD-6DEA-4339-9369-9C347EE68401}">
      <dgm:prSet/>
      <dgm:spPr/>
      <dgm:t>
        <a:bodyPr/>
        <a:lstStyle/>
        <a:p>
          <a:endParaRPr lang="fr-FR"/>
        </a:p>
      </dgm:t>
    </dgm:pt>
    <dgm:pt modelId="{7D2AA591-CF74-416B-8E62-EB039E7ABF18}">
      <dgm:prSet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ar-MA" dirty="0"/>
            <a:t>الثقافة والرياضة</a:t>
          </a:r>
          <a:endParaRPr lang="fr-FR" dirty="0"/>
        </a:p>
      </dgm:t>
    </dgm:pt>
    <dgm:pt modelId="{039E06EF-4162-4E25-8D0B-FDE143152976}" type="parTrans" cxnId="{C68E0E41-6602-4796-884F-572D5124597C}">
      <dgm:prSet/>
      <dgm:spPr/>
      <dgm:t>
        <a:bodyPr/>
        <a:lstStyle/>
        <a:p>
          <a:endParaRPr lang="fr-FR"/>
        </a:p>
      </dgm:t>
    </dgm:pt>
    <dgm:pt modelId="{CEEB9381-D37B-4A8C-B8E9-7FD9A63B4FE1}" type="sibTrans" cxnId="{C68E0E41-6602-4796-884F-572D5124597C}">
      <dgm:prSet/>
      <dgm:spPr/>
      <dgm:t>
        <a:bodyPr/>
        <a:lstStyle/>
        <a:p>
          <a:endParaRPr lang="fr-FR"/>
        </a:p>
      </dgm:t>
    </dgm:pt>
    <dgm:pt modelId="{7F30114A-EB8D-443B-9A8A-622C7BF7F54C}">
      <dgm:prSet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>
        <a:noFill/>
        <a:ln>
          <a:solidFill>
            <a:srgbClr val="C00000"/>
          </a:solidFill>
        </a:ln>
      </dgm:spPr>
      <dgm:t>
        <a:bodyPr/>
        <a:lstStyle/>
        <a:p>
          <a:r>
            <a:rPr lang="ar-MA" b="0">
              <a:solidFill>
                <a:srgbClr val="000000"/>
              </a:solidFill>
            </a:rPr>
            <a:t>المحور الرابع </a:t>
          </a:r>
          <a:endParaRPr lang="fr-FR" b="0" dirty="0">
            <a:solidFill>
              <a:srgbClr val="000000"/>
            </a:solidFill>
          </a:endParaRPr>
        </a:p>
      </dgm:t>
    </dgm:pt>
    <dgm:pt modelId="{81633B34-185A-4AD7-BEB8-2F6A707F5E8D}" type="parTrans" cxnId="{CC227D2B-80C6-448C-9662-B62FCA07B5FB}">
      <dgm:prSet/>
      <dgm:spPr/>
      <dgm:t>
        <a:bodyPr/>
        <a:lstStyle/>
        <a:p>
          <a:endParaRPr lang="fr-FR"/>
        </a:p>
      </dgm:t>
    </dgm:pt>
    <dgm:pt modelId="{A1CF3305-A681-402A-9C95-408C80E57096}" type="sibTrans" cxnId="{CC227D2B-80C6-448C-9662-B62FCA07B5FB}">
      <dgm:prSet/>
      <dgm:spPr/>
      <dgm:t>
        <a:bodyPr/>
        <a:lstStyle/>
        <a:p>
          <a:endParaRPr lang="fr-FR"/>
        </a:p>
      </dgm:t>
    </dgm:pt>
    <dgm:pt modelId="{9C268660-9EDC-4051-A18B-D6C9E4D86930}">
      <dgm:prSet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 rtl="1"/>
          <a:r>
            <a:rPr lang="ar-MA" dirty="0">
              <a:effectLst/>
            </a:rPr>
            <a:t>الصحة و  الخدمات الاجتماعية</a:t>
          </a:r>
          <a:endParaRPr lang="fr-FR" dirty="0"/>
        </a:p>
      </dgm:t>
    </dgm:pt>
    <dgm:pt modelId="{B385D86B-1B77-4817-9207-2E07AFF5A756}" type="parTrans" cxnId="{5B671777-DB98-43B8-8044-E94F3B352FFF}">
      <dgm:prSet/>
      <dgm:spPr/>
      <dgm:t>
        <a:bodyPr/>
        <a:lstStyle/>
        <a:p>
          <a:endParaRPr lang="fr-FR"/>
        </a:p>
      </dgm:t>
    </dgm:pt>
    <dgm:pt modelId="{436A852D-896B-4585-8429-900BEB58FCA0}" type="sibTrans" cxnId="{5B671777-DB98-43B8-8044-E94F3B352FFF}">
      <dgm:prSet/>
      <dgm:spPr/>
      <dgm:t>
        <a:bodyPr/>
        <a:lstStyle/>
        <a:p>
          <a:endParaRPr lang="fr-FR"/>
        </a:p>
      </dgm:t>
    </dgm:pt>
    <dgm:pt modelId="{6D33B0DA-A736-4D02-A10F-AD18070D3AEA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pPr algn="r" rtl="1"/>
          <a:r>
            <a:rPr lang="ar-MA" dirty="0">
              <a:effectLst/>
            </a:rPr>
            <a:t>الدعم التربوي والتنشيط والتوجيه</a:t>
          </a:r>
          <a:endParaRPr lang="fr-FR" dirty="0"/>
        </a:p>
      </dgm:t>
    </dgm:pt>
    <dgm:pt modelId="{B8D15A0B-C645-4B3A-8166-D783EA627AE9}" type="parTrans" cxnId="{AADC0733-9D66-418C-8DA8-6AC505154E12}">
      <dgm:prSet/>
      <dgm:spPr/>
      <dgm:t>
        <a:bodyPr/>
        <a:lstStyle/>
        <a:p>
          <a:endParaRPr lang="fr-FR"/>
        </a:p>
      </dgm:t>
    </dgm:pt>
    <dgm:pt modelId="{5A8BA986-03B9-4D61-841E-036012D038D5}" type="sibTrans" cxnId="{AADC0733-9D66-418C-8DA8-6AC505154E12}">
      <dgm:prSet/>
      <dgm:spPr/>
      <dgm:t>
        <a:bodyPr/>
        <a:lstStyle/>
        <a:p>
          <a:endParaRPr lang="fr-FR"/>
        </a:p>
      </dgm:t>
    </dgm:pt>
    <dgm:pt modelId="{34E5195E-38B2-4AB4-A777-7479404CF073}">
      <dgm:prSet phldrT="[Texte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fr-FR" dirty="0"/>
            <a:t>415 </a:t>
          </a:r>
          <a:r>
            <a:rPr lang="ar-MA" dirty="0"/>
            <a:t>عدد </a:t>
          </a:r>
          <a:r>
            <a:rPr lang="ar-MA" dirty="0" err="1"/>
            <a:t>المستفيدين :</a:t>
          </a:r>
          <a:endParaRPr lang="fr-FR" dirty="0"/>
        </a:p>
      </dgm:t>
    </dgm:pt>
    <dgm:pt modelId="{6BF51498-2C4A-4E61-AF89-25E77E094E7E}" type="parTrans" cxnId="{952690ED-6ED2-4408-948C-D0BD714F37A6}">
      <dgm:prSet/>
      <dgm:spPr/>
      <dgm:t>
        <a:bodyPr/>
        <a:lstStyle/>
        <a:p>
          <a:endParaRPr lang="fr-FR"/>
        </a:p>
      </dgm:t>
    </dgm:pt>
    <dgm:pt modelId="{18060B7D-239A-408C-8BFD-A8AFF15BCC4B}" type="sibTrans" cxnId="{952690ED-6ED2-4408-948C-D0BD714F37A6}">
      <dgm:prSet/>
      <dgm:spPr/>
      <dgm:t>
        <a:bodyPr/>
        <a:lstStyle/>
        <a:p>
          <a:endParaRPr lang="fr-FR"/>
        </a:p>
      </dgm:t>
    </dgm:pt>
    <dgm:pt modelId="{D54F3C2C-8895-47CF-833C-375401041D37}">
      <dgm:prSet phldrT="[Texte]"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ar-MA" dirty="0"/>
            <a:t>100</a:t>
          </a:r>
          <a:r>
            <a:rPr lang="fr-FR" dirty="0"/>
            <a:t> </a:t>
          </a:r>
          <a:r>
            <a:rPr lang="ar-MA" dirty="0"/>
            <a:t>عدد </a:t>
          </a:r>
          <a:r>
            <a:rPr lang="ar-MA" dirty="0" err="1"/>
            <a:t>المستفيدين :</a:t>
          </a:r>
          <a:endParaRPr lang="fr-FR" dirty="0"/>
        </a:p>
      </dgm:t>
    </dgm:pt>
    <dgm:pt modelId="{47A097BC-825E-4233-ABD7-3CD5E9F6B830}" type="parTrans" cxnId="{3AF831C7-D0FD-4933-A818-736D2CE157AA}">
      <dgm:prSet/>
      <dgm:spPr/>
      <dgm:t>
        <a:bodyPr/>
        <a:lstStyle/>
        <a:p>
          <a:endParaRPr lang="fr-FR"/>
        </a:p>
      </dgm:t>
    </dgm:pt>
    <dgm:pt modelId="{7D5A91A9-561B-4C73-95F8-D39F46A0FF29}" type="sibTrans" cxnId="{3AF831C7-D0FD-4933-A818-736D2CE157AA}">
      <dgm:prSet/>
      <dgm:spPr/>
      <dgm:t>
        <a:bodyPr/>
        <a:lstStyle/>
        <a:p>
          <a:endParaRPr lang="fr-FR"/>
        </a:p>
      </dgm:t>
    </dgm:pt>
    <dgm:pt modelId="{98CD57AA-EC1E-4B9D-A449-1AF4D812D8F8}">
      <dgm:prSet phldrT="[Texte]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pPr algn="r" rtl="0"/>
          <a:r>
            <a:rPr lang="fr-FR" dirty="0"/>
            <a:t>225 </a:t>
          </a:r>
          <a:r>
            <a:rPr lang="ar-MA" dirty="0"/>
            <a:t>عدد </a:t>
          </a:r>
          <a:r>
            <a:rPr lang="ar-MA" dirty="0" err="1"/>
            <a:t>المستفيدين :</a:t>
          </a:r>
          <a:endParaRPr lang="fr-FR" dirty="0"/>
        </a:p>
      </dgm:t>
    </dgm:pt>
    <dgm:pt modelId="{61F820B1-F16A-41A4-8870-A9BE33FDEDF2}" type="parTrans" cxnId="{5C93F0BB-9DF7-43B8-B558-4F7437061295}">
      <dgm:prSet/>
      <dgm:spPr/>
      <dgm:t>
        <a:bodyPr/>
        <a:lstStyle/>
        <a:p>
          <a:endParaRPr lang="fr-FR"/>
        </a:p>
      </dgm:t>
    </dgm:pt>
    <dgm:pt modelId="{B5D274D9-E00C-4531-94FE-F12CD99A68E4}" type="sibTrans" cxnId="{5C93F0BB-9DF7-43B8-B558-4F7437061295}">
      <dgm:prSet/>
      <dgm:spPr/>
      <dgm:t>
        <a:bodyPr/>
        <a:lstStyle/>
        <a:p>
          <a:endParaRPr lang="fr-FR"/>
        </a:p>
      </dgm:t>
    </dgm:pt>
    <dgm:pt modelId="{5B46DE98-7BEE-47B7-9A40-313DFC170F15}">
      <dgm:prSet phldrT="[Texte]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ar-MA" dirty="0"/>
            <a:t>40</a:t>
          </a:r>
          <a:r>
            <a:rPr lang="fr-FR" dirty="0"/>
            <a:t> </a:t>
          </a:r>
          <a:r>
            <a:rPr lang="ar-MA" dirty="0"/>
            <a:t>عدد </a:t>
          </a:r>
          <a:r>
            <a:rPr lang="ar-MA" dirty="0" err="1"/>
            <a:t>المستفيدين :</a:t>
          </a:r>
          <a:endParaRPr lang="fr-FR" dirty="0"/>
        </a:p>
      </dgm:t>
    </dgm:pt>
    <dgm:pt modelId="{AD02B71C-709A-4742-94B3-A20605E4B540}" type="parTrans" cxnId="{0BABE11D-B6D6-4BE5-944C-75407C0FAD90}">
      <dgm:prSet/>
      <dgm:spPr/>
      <dgm:t>
        <a:bodyPr/>
        <a:lstStyle/>
        <a:p>
          <a:endParaRPr lang="fr-FR"/>
        </a:p>
      </dgm:t>
    </dgm:pt>
    <dgm:pt modelId="{59F6FD3E-AD08-42FC-922A-B5CD0FDA824A}" type="sibTrans" cxnId="{0BABE11D-B6D6-4BE5-944C-75407C0FAD90}">
      <dgm:prSet/>
      <dgm:spPr/>
      <dgm:t>
        <a:bodyPr/>
        <a:lstStyle/>
        <a:p>
          <a:endParaRPr lang="fr-FR"/>
        </a:p>
      </dgm:t>
    </dgm:pt>
    <dgm:pt modelId="{E36E108F-DFD8-47BB-92E3-BC635A467987}">
      <dgm:prSet phldrT="[Texte]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solidFill>
          <a:srgbClr val="92D050"/>
        </a:solidFill>
      </dgm:spPr>
      <dgm:t>
        <a:bodyPr/>
        <a:lstStyle/>
        <a:p>
          <a:pPr rtl="0"/>
          <a:r>
            <a:rPr lang="ar-MA" dirty="0"/>
            <a:t>180</a:t>
          </a:r>
          <a:r>
            <a:rPr lang="fr-FR" dirty="0"/>
            <a:t> </a:t>
          </a:r>
          <a:r>
            <a:rPr lang="ar-MA" dirty="0"/>
            <a:t>عدد </a:t>
          </a:r>
          <a:r>
            <a:rPr lang="ar-MA" dirty="0" err="1"/>
            <a:t>المستفيدين :</a:t>
          </a:r>
          <a:endParaRPr lang="fr-FR" dirty="0"/>
        </a:p>
      </dgm:t>
    </dgm:pt>
    <dgm:pt modelId="{8F85BB52-1329-4719-B25F-19086AB214C6}" type="parTrans" cxnId="{F0D2EB29-D3A1-43EC-B5D5-5E987FCD1AA1}">
      <dgm:prSet/>
      <dgm:spPr/>
      <dgm:t>
        <a:bodyPr/>
        <a:lstStyle/>
        <a:p>
          <a:endParaRPr lang="fr-FR"/>
        </a:p>
      </dgm:t>
    </dgm:pt>
    <dgm:pt modelId="{AFD0D62A-8129-4297-981D-402ABC0BE92C}" type="sibTrans" cxnId="{F0D2EB29-D3A1-43EC-B5D5-5E987FCD1AA1}">
      <dgm:prSet/>
      <dgm:spPr/>
      <dgm:t>
        <a:bodyPr/>
        <a:lstStyle/>
        <a:p>
          <a:endParaRPr lang="fr-FR"/>
        </a:p>
      </dgm:t>
    </dgm:pt>
    <dgm:pt modelId="{314CFC4F-FB06-4CF1-A8B2-E8EE4FB0BDC8}">
      <dgm:prSet phldrT="[Texte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ar-MA" dirty="0"/>
            <a:t>639</a:t>
          </a:r>
          <a:r>
            <a:rPr lang="fr-FR" dirty="0"/>
            <a:t> </a:t>
          </a:r>
          <a:r>
            <a:rPr lang="ar-MA" dirty="0"/>
            <a:t>عدد </a:t>
          </a:r>
          <a:r>
            <a:rPr lang="ar-MA" dirty="0" err="1"/>
            <a:t>المستفيدين :</a:t>
          </a:r>
          <a:endParaRPr lang="fr-FR" dirty="0"/>
        </a:p>
      </dgm:t>
    </dgm:pt>
    <dgm:pt modelId="{32CF1E38-8E5D-4FE5-888B-F0760CA4D993}" type="parTrans" cxnId="{F335996B-49C4-47D8-AADD-E72F56B4776B}">
      <dgm:prSet/>
      <dgm:spPr/>
      <dgm:t>
        <a:bodyPr/>
        <a:lstStyle/>
        <a:p>
          <a:endParaRPr lang="fr-FR"/>
        </a:p>
      </dgm:t>
    </dgm:pt>
    <dgm:pt modelId="{8039A14D-AF49-4831-B847-8DB4EF37D1AE}" type="sibTrans" cxnId="{F335996B-49C4-47D8-AADD-E72F56B4776B}">
      <dgm:prSet/>
      <dgm:spPr/>
      <dgm:t>
        <a:bodyPr/>
        <a:lstStyle/>
        <a:p>
          <a:endParaRPr lang="fr-FR"/>
        </a:p>
      </dgm:t>
    </dgm:pt>
    <dgm:pt modelId="{A1DE29DD-866B-4BFB-9465-E771C4695832}">
      <dgm:prSet phldrT="[Texte]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solidFill>
          <a:srgbClr val="92D050"/>
        </a:solidFill>
      </dgm:spPr>
      <dgm:t>
        <a:bodyPr/>
        <a:lstStyle/>
        <a:p>
          <a:pPr rtl="0"/>
          <a:r>
            <a:rPr lang="ar-MA" dirty="0"/>
            <a:t>90</a:t>
          </a:r>
          <a:r>
            <a:rPr lang="fr-FR" dirty="0"/>
            <a:t> </a:t>
          </a:r>
          <a:r>
            <a:rPr lang="ar-MA" dirty="0"/>
            <a:t>عدد </a:t>
          </a:r>
          <a:r>
            <a:rPr lang="ar-MA" dirty="0" err="1"/>
            <a:t>المستفيدين :</a:t>
          </a:r>
          <a:endParaRPr lang="fr-FR" dirty="0"/>
        </a:p>
      </dgm:t>
    </dgm:pt>
    <dgm:pt modelId="{9E26D472-B69D-45D4-9AC0-73D7F4741952}" type="parTrans" cxnId="{7DA29609-BF0C-46B2-B64E-14BB90EED154}">
      <dgm:prSet/>
      <dgm:spPr/>
      <dgm:t>
        <a:bodyPr/>
        <a:lstStyle/>
        <a:p>
          <a:endParaRPr lang="fr-FR"/>
        </a:p>
      </dgm:t>
    </dgm:pt>
    <dgm:pt modelId="{DBD21CE3-72C9-43DD-82CF-75026D3A58CE}" type="sibTrans" cxnId="{7DA29609-BF0C-46B2-B64E-14BB90EED154}">
      <dgm:prSet/>
      <dgm:spPr/>
      <dgm:t>
        <a:bodyPr/>
        <a:lstStyle/>
        <a:p>
          <a:endParaRPr lang="fr-FR"/>
        </a:p>
      </dgm:t>
    </dgm:pt>
    <dgm:pt modelId="{67F940FD-A22D-4DED-A3B0-78608A05144F}">
      <dgm:prSet phldrT="[Texte]"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ar-MA" dirty="0"/>
            <a:t>122</a:t>
          </a:r>
          <a:r>
            <a:rPr lang="fr-FR" dirty="0"/>
            <a:t> </a:t>
          </a:r>
          <a:r>
            <a:rPr lang="ar-MA" dirty="0"/>
            <a:t>عدد </a:t>
          </a:r>
          <a:r>
            <a:rPr lang="ar-MA" dirty="0" err="1"/>
            <a:t>المستفيدين :</a:t>
          </a:r>
          <a:endParaRPr lang="fr-FR" dirty="0"/>
        </a:p>
      </dgm:t>
    </dgm:pt>
    <dgm:pt modelId="{61BF172B-84C4-499E-AB1C-6C6DDB3729D6}" type="parTrans" cxnId="{1C50E03F-4B95-4B21-8272-25AA2A3C4A6D}">
      <dgm:prSet/>
      <dgm:spPr/>
      <dgm:t>
        <a:bodyPr/>
        <a:lstStyle/>
        <a:p>
          <a:endParaRPr lang="fr-FR"/>
        </a:p>
      </dgm:t>
    </dgm:pt>
    <dgm:pt modelId="{9C845E50-D67C-4B89-B0A8-6C3D0DDDE0F8}" type="sibTrans" cxnId="{1C50E03F-4B95-4B21-8272-25AA2A3C4A6D}">
      <dgm:prSet/>
      <dgm:spPr/>
      <dgm:t>
        <a:bodyPr/>
        <a:lstStyle/>
        <a:p>
          <a:endParaRPr lang="fr-FR"/>
        </a:p>
      </dgm:t>
    </dgm:pt>
    <dgm:pt modelId="{23FF2AFD-6B57-4B07-939C-7AAA89FE332E}">
      <dgm:prSet phldrT="[Texte]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ar-MA" dirty="0"/>
            <a:t>130</a:t>
          </a:r>
          <a:r>
            <a:rPr lang="fr-FR" dirty="0"/>
            <a:t> </a:t>
          </a:r>
          <a:r>
            <a:rPr lang="ar-MA" dirty="0"/>
            <a:t>عدد المستفيدين :</a:t>
          </a:r>
          <a:endParaRPr lang="fr-FR" dirty="0"/>
        </a:p>
      </dgm:t>
    </dgm:pt>
    <dgm:pt modelId="{22E0631C-51E7-4BD7-95B5-C65ACBDF0D33}" type="parTrans" cxnId="{8F28FDE5-7900-4868-9823-9B75EE142BC7}">
      <dgm:prSet/>
      <dgm:spPr/>
      <dgm:t>
        <a:bodyPr/>
        <a:lstStyle/>
        <a:p>
          <a:endParaRPr lang="fr-FR"/>
        </a:p>
      </dgm:t>
    </dgm:pt>
    <dgm:pt modelId="{F1D70622-E890-41EE-A397-921D12D5405D}" type="sibTrans" cxnId="{8F28FDE5-7900-4868-9823-9B75EE142BC7}">
      <dgm:prSet/>
      <dgm:spPr/>
      <dgm:t>
        <a:bodyPr/>
        <a:lstStyle/>
        <a:p>
          <a:endParaRPr lang="fr-FR"/>
        </a:p>
      </dgm:t>
    </dgm:pt>
    <dgm:pt modelId="{695DEAEB-609A-4334-99FB-2E5E1F836FE3}">
      <dgm:prSet phldrT="[Texte]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fr-FR" dirty="0"/>
            <a:t>55 </a:t>
          </a:r>
          <a:r>
            <a:rPr lang="ar-MA" dirty="0"/>
            <a:t>عدد </a:t>
          </a:r>
          <a:r>
            <a:rPr lang="ar-MA" dirty="0" err="1"/>
            <a:t>المستفيدين :</a:t>
          </a:r>
          <a:endParaRPr lang="fr-FR" dirty="0"/>
        </a:p>
      </dgm:t>
    </dgm:pt>
    <dgm:pt modelId="{26BC5F4B-2DFE-416B-9740-C6A68045723B}" type="parTrans" cxnId="{5A7CF865-D387-4CEC-AF82-0ABC764F0758}">
      <dgm:prSet/>
      <dgm:spPr/>
      <dgm:t>
        <a:bodyPr/>
        <a:lstStyle/>
        <a:p>
          <a:endParaRPr lang="fr-FR"/>
        </a:p>
      </dgm:t>
    </dgm:pt>
    <dgm:pt modelId="{952AC3A1-7890-4B09-86ED-ADCD93726DF1}" type="sibTrans" cxnId="{5A7CF865-D387-4CEC-AF82-0ABC764F0758}">
      <dgm:prSet/>
      <dgm:spPr/>
      <dgm:t>
        <a:bodyPr/>
        <a:lstStyle/>
        <a:p>
          <a:endParaRPr lang="fr-FR"/>
        </a:p>
      </dgm:t>
    </dgm:pt>
    <dgm:pt modelId="{0D41981B-C861-46F7-BC71-A2E071640343}" type="pres">
      <dgm:prSet presAssocID="{A8C8BAC1-C0A6-4CDF-999C-B6CA759DEE54}" presName="Name0" presStyleCnt="0">
        <dgm:presLayoutVars>
          <dgm:chPref val="3"/>
          <dgm:dir val="rev"/>
          <dgm:animLvl val="lvl"/>
          <dgm:resizeHandles/>
        </dgm:presLayoutVars>
      </dgm:prSet>
      <dgm:spPr/>
    </dgm:pt>
    <dgm:pt modelId="{94E638B8-F48E-429B-8212-D2ACF841FE68}" type="pres">
      <dgm:prSet presAssocID="{06A95B31-ED5C-43E7-BE6C-7F08185F189F}" presName="horFlow" presStyleCnt="0"/>
      <dgm:spPr/>
    </dgm:pt>
    <dgm:pt modelId="{8DD7FA37-0B28-4194-8773-B66E3D688C58}" type="pres">
      <dgm:prSet presAssocID="{06A95B31-ED5C-43E7-BE6C-7F08185F189F}" presName="bigChev" presStyleLbl="node1" presStyleIdx="0" presStyleCnt="5" custScaleX="120567"/>
      <dgm:spPr/>
    </dgm:pt>
    <dgm:pt modelId="{04C8D7C9-1E11-4AC9-A180-5957DEFA8662}" type="pres">
      <dgm:prSet presAssocID="{D4833C56-A234-4299-BA3C-296096F53F1F}" presName="parTrans" presStyleCnt="0"/>
      <dgm:spPr/>
    </dgm:pt>
    <dgm:pt modelId="{476F746D-81C6-469F-B616-960A3EF8C60C}" type="pres">
      <dgm:prSet presAssocID="{53D20CAE-CAC9-49C0-BED6-7ACC4063382D}" presName="node" presStyleLbl="alignAccFollowNode1" presStyleIdx="0" presStyleCnt="15" custScaleX="269495" custLinFactNeighborX="-45325">
        <dgm:presLayoutVars>
          <dgm:bulletEnabled val="1"/>
        </dgm:presLayoutVars>
      </dgm:prSet>
      <dgm:spPr/>
    </dgm:pt>
    <dgm:pt modelId="{EB8435B2-85EC-4694-B8C1-C37C7B9C7DB5}" type="pres">
      <dgm:prSet presAssocID="{79988340-F572-4401-8777-BED4C954BCD8}" presName="sibTrans" presStyleCnt="0"/>
      <dgm:spPr/>
    </dgm:pt>
    <dgm:pt modelId="{808242D1-0456-4A43-9D14-2F1169DEF85E}" type="pres">
      <dgm:prSet presAssocID="{34E5195E-38B2-4AB4-A777-7479404CF073}" presName="node" presStyleLbl="alignAccFollowNode1" presStyleIdx="1" presStyleCnt="15" custScaleX="186744" custLinFactNeighborX="-63273" custLinFactNeighborY="0">
        <dgm:presLayoutVars>
          <dgm:bulletEnabled val="1"/>
        </dgm:presLayoutVars>
      </dgm:prSet>
      <dgm:spPr/>
    </dgm:pt>
    <dgm:pt modelId="{1A532C6F-8104-41E8-B41B-E4BF9BABCFE8}" type="pres">
      <dgm:prSet presAssocID="{18060B7D-239A-408C-8BFD-A8AFF15BCC4B}" presName="sibTrans" presStyleCnt="0"/>
      <dgm:spPr/>
    </dgm:pt>
    <dgm:pt modelId="{299C7722-73A7-4E2E-955E-DB56F8D0CD63}" type="pres">
      <dgm:prSet presAssocID="{314CFC4F-FB06-4CF1-A8B2-E8EE4FB0BDC8}" presName="node" presStyleLbl="alignAccFollowNode1" presStyleIdx="2" presStyleCnt="15" custScaleX="186744" custLinFactNeighborX="-63273" custLinFactNeighborY="0">
        <dgm:presLayoutVars>
          <dgm:bulletEnabled val="1"/>
        </dgm:presLayoutVars>
      </dgm:prSet>
      <dgm:spPr/>
    </dgm:pt>
    <dgm:pt modelId="{6F0A2FC6-A61D-4B6D-8961-F4A0E0207A14}" type="pres">
      <dgm:prSet presAssocID="{06A95B31-ED5C-43E7-BE6C-7F08185F189F}" presName="vSp" presStyleCnt="0"/>
      <dgm:spPr/>
    </dgm:pt>
    <dgm:pt modelId="{56B7E1B0-96BC-4FEA-9840-CEA847DFA434}" type="pres">
      <dgm:prSet presAssocID="{B4196B09-FA48-4ADD-B593-258E6D94C797}" presName="horFlow" presStyleCnt="0"/>
      <dgm:spPr/>
    </dgm:pt>
    <dgm:pt modelId="{844A26CA-3588-4B5F-A9B0-BE4798A51EDB}" type="pres">
      <dgm:prSet presAssocID="{B4196B09-FA48-4ADD-B593-258E6D94C797}" presName="bigChev" presStyleLbl="node1" presStyleIdx="1" presStyleCnt="5" custScaleX="120567"/>
      <dgm:spPr/>
    </dgm:pt>
    <dgm:pt modelId="{9B877EAF-BAE2-4850-9EB0-836E8DAB6B70}" type="pres">
      <dgm:prSet presAssocID="{3A149CC4-5650-47D8-B59B-89A556D37932}" presName="parTrans" presStyleCnt="0"/>
      <dgm:spPr/>
    </dgm:pt>
    <dgm:pt modelId="{76E39E3B-F871-4B2D-8E62-D99678EB6D7E}" type="pres">
      <dgm:prSet presAssocID="{B343CF45-2118-4F81-B21E-A01EC3E5C20B}" presName="node" presStyleLbl="alignAccFollowNode1" presStyleIdx="3" presStyleCnt="15" custScaleX="269495" custLinFactNeighborX="-45325">
        <dgm:presLayoutVars>
          <dgm:bulletEnabled val="1"/>
        </dgm:presLayoutVars>
      </dgm:prSet>
      <dgm:spPr/>
    </dgm:pt>
    <dgm:pt modelId="{5C83C13A-4100-4240-8C7B-A83CDD4C463A}" type="pres">
      <dgm:prSet presAssocID="{B4002F1C-3F79-4B99-AE20-2B44545E6B5E}" presName="sibTrans" presStyleCnt="0"/>
      <dgm:spPr/>
    </dgm:pt>
    <dgm:pt modelId="{94C1DE8C-A457-41F1-8966-4C8592543171}" type="pres">
      <dgm:prSet presAssocID="{E36E108F-DFD8-47BB-92E3-BC635A467987}" presName="node" presStyleLbl="alignAccFollowNode1" presStyleIdx="4" presStyleCnt="15" custScaleX="186744" custLinFactNeighborX="-63273" custLinFactNeighborY="0">
        <dgm:presLayoutVars>
          <dgm:bulletEnabled val="1"/>
        </dgm:presLayoutVars>
      </dgm:prSet>
      <dgm:spPr/>
    </dgm:pt>
    <dgm:pt modelId="{86188300-E3E4-4B1F-8CC3-7B530AB4BE37}" type="pres">
      <dgm:prSet presAssocID="{AFD0D62A-8129-4297-981D-402ABC0BE92C}" presName="sibTrans" presStyleCnt="0"/>
      <dgm:spPr/>
    </dgm:pt>
    <dgm:pt modelId="{0DE4D6FA-CF9D-40BF-A973-CE6125DD6D8B}" type="pres">
      <dgm:prSet presAssocID="{A1DE29DD-866B-4BFB-9465-E771C4695832}" presName="node" presStyleLbl="alignAccFollowNode1" presStyleIdx="5" presStyleCnt="15" custScaleX="186744" custLinFactNeighborX="-63273" custLinFactNeighborY="0">
        <dgm:presLayoutVars>
          <dgm:bulletEnabled val="1"/>
        </dgm:presLayoutVars>
      </dgm:prSet>
      <dgm:spPr/>
    </dgm:pt>
    <dgm:pt modelId="{B07D977E-A954-4C21-A09E-CF8DF6C6A436}" type="pres">
      <dgm:prSet presAssocID="{B4196B09-FA48-4ADD-B593-258E6D94C797}" presName="vSp" presStyleCnt="0"/>
      <dgm:spPr/>
    </dgm:pt>
    <dgm:pt modelId="{BC4840BB-4D33-4DA7-AC91-528D4A6075F1}" type="pres">
      <dgm:prSet presAssocID="{713D4E7B-3DDA-45B7-B6D5-98ACDF0BED91}" presName="horFlow" presStyleCnt="0"/>
      <dgm:spPr/>
    </dgm:pt>
    <dgm:pt modelId="{9800301A-B02D-4516-BF93-7E834839E140}" type="pres">
      <dgm:prSet presAssocID="{713D4E7B-3DDA-45B7-B6D5-98ACDF0BED91}" presName="bigChev" presStyleLbl="node1" presStyleIdx="2" presStyleCnt="5" custScaleX="120567"/>
      <dgm:spPr/>
    </dgm:pt>
    <dgm:pt modelId="{77F63D7C-31D8-47BF-A067-2836286693D9}" type="pres">
      <dgm:prSet presAssocID="{B385D86B-1B77-4817-9207-2E07AFF5A756}" presName="parTrans" presStyleCnt="0"/>
      <dgm:spPr/>
    </dgm:pt>
    <dgm:pt modelId="{53C3FA18-4A9A-4A8A-97CD-10EBC68D558F}" type="pres">
      <dgm:prSet presAssocID="{9C268660-9EDC-4051-A18B-D6C9E4D86930}" presName="node" presStyleLbl="alignAccFollowNode1" presStyleIdx="6" presStyleCnt="15" custScaleX="269495" custLinFactNeighborX="-45325">
        <dgm:presLayoutVars>
          <dgm:bulletEnabled val="1"/>
        </dgm:presLayoutVars>
      </dgm:prSet>
      <dgm:spPr/>
    </dgm:pt>
    <dgm:pt modelId="{DD64E560-DDE1-4ED3-BAEA-F0BB1B93BB7B}" type="pres">
      <dgm:prSet presAssocID="{436A852D-896B-4585-8429-900BEB58FCA0}" presName="sibTrans" presStyleCnt="0"/>
      <dgm:spPr/>
    </dgm:pt>
    <dgm:pt modelId="{37B4E3FF-87DF-456B-80B4-A592F2C45BD9}" type="pres">
      <dgm:prSet presAssocID="{D54F3C2C-8895-47CF-833C-375401041D37}" presName="node" presStyleLbl="alignAccFollowNode1" presStyleIdx="7" presStyleCnt="15" custScaleX="186744" custLinFactNeighborX="-63273" custLinFactNeighborY="0">
        <dgm:presLayoutVars>
          <dgm:bulletEnabled val="1"/>
        </dgm:presLayoutVars>
      </dgm:prSet>
      <dgm:spPr/>
    </dgm:pt>
    <dgm:pt modelId="{64A85B90-D50B-455A-A293-2CDEC087E7E4}" type="pres">
      <dgm:prSet presAssocID="{7D5A91A9-561B-4C73-95F8-D39F46A0FF29}" presName="sibTrans" presStyleCnt="0"/>
      <dgm:spPr/>
    </dgm:pt>
    <dgm:pt modelId="{E583CF07-D5FE-47B2-B439-C3B6D05055A8}" type="pres">
      <dgm:prSet presAssocID="{67F940FD-A22D-4DED-A3B0-78608A05144F}" presName="node" presStyleLbl="alignAccFollowNode1" presStyleIdx="8" presStyleCnt="15" custScaleX="186744" custLinFactNeighborX="-63273" custLinFactNeighborY="0">
        <dgm:presLayoutVars>
          <dgm:bulletEnabled val="1"/>
        </dgm:presLayoutVars>
      </dgm:prSet>
      <dgm:spPr/>
    </dgm:pt>
    <dgm:pt modelId="{E8931498-55DA-4727-A67E-BB2566E7091D}" type="pres">
      <dgm:prSet presAssocID="{713D4E7B-3DDA-45B7-B6D5-98ACDF0BED91}" presName="vSp" presStyleCnt="0"/>
      <dgm:spPr/>
    </dgm:pt>
    <dgm:pt modelId="{2D9F689B-591C-4A3C-8E85-19D32D0A69CD}" type="pres">
      <dgm:prSet presAssocID="{7F30114A-EB8D-443B-9A8A-622C7BF7F54C}" presName="horFlow" presStyleCnt="0"/>
      <dgm:spPr/>
    </dgm:pt>
    <dgm:pt modelId="{B41F3C64-B0FE-4C54-9FDE-D63E80D4CB3E}" type="pres">
      <dgm:prSet presAssocID="{7F30114A-EB8D-443B-9A8A-622C7BF7F54C}" presName="bigChev" presStyleLbl="node1" presStyleIdx="3" presStyleCnt="5" custScaleX="120567"/>
      <dgm:spPr/>
    </dgm:pt>
    <dgm:pt modelId="{69DCD794-1AD9-49DD-B9F5-2913D9B30E7C}" type="pres">
      <dgm:prSet presAssocID="{B8D15A0B-C645-4B3A-8166-D783EA627AE9}" presName="parTrans" presStyleCnt="0"/>
      <dgm:spPr/>
    </dgm:pt>
    <dgm:pt modelId="{6F4AE3FA-BC79-4E3C-BB21-3DC35661A67F}" type="pres">
      <dgm:prSet presAssocID="{6D33B0DA-A736-4D02-A10F-AD18070D3AEA}" presName="node" presStyleLbl="alignAccFollowNode1" presStyleIdx="9" presStyleCnt="15" custScaleX="269495" custLinFactNeighborX="-45325">
        <dgm:presLayoutVars>
          <dgm:bulletEnabled val="1"/>
        </dgm:presLayoutVars>
      </dgm:prSet>
      <dgm:spPr/>
    </dgm:pt>
    <dgm:pt modelId="{048BE348-E9BD-4B99-B85F-30B81B7512AF}" type="pres">
      <dgm:prSet presAssocID="{5A8BA986-03B9-4D61-841E-036012D038D5}" presName="sibTrans" presStyleCnt="0"/>
      <dgm:spPr/>
    </dgm:pt>
    <dgm:pt modelId="{66988B77-BD4A-4202-91ED-6040542217DD}" type="pres">
      <dgm:prSet presAssocID="{98CD57AA-EC1E-4B9D-A449-1AF4D812D8F8}" presName="node" presStyleLbl="alignAccFollowNode1" presStyleIdx="10" presStyleCnt="15" custScaleX="186744" custLinFactNeighborX="-63273" custLinFactNeighborY="0">
        <dgm:presLayoutVars>
          <dgm:bulletEnabled val="1"/>
        </dgm:presLayoutVars>
      </dgm:prSet>
      <dgm:spPr/>
    </dgm:pt>
    <dgm:pt modelId="{0DF6F75B-A65A-4193-B425-DAE6598BAE09}" type="pres">
      <dgm:prSet presAssocID="{B5D274D9-E00C-4531-94FE-F12CD99A68E4}" presName="sibTrans" presStyleCnt="0"/>
      <dgm:spPr/>
    </dgm:pt>
    <dgm:pt modelId="{8241344C-EE95-4FEA-96A5-2B68488926E8}" type="pres">
      <dgm:prSet presAssocID="{23FF2AFD-6B57-4B07-939C-7AAA89FE332E}" presName="node" presStyleLbl="alignAccFollowNode1" presStyleIdx="11" presStyleCnt="15" custScaleX="186744" custLinFactNeighborX="-63273" custLinFactNeighborY="0">
        <dgm:presLayoutVars>
          <dgm:bulletEnabled val="1"/>
        </dgm:presLayoutVars>
      </dgm:prSet>
      <dgm:spPr/>
    </dgm:pt>
    <dgm:pt modelId="{17B5BA36-83B3-4AAF-81F2-62CA396B66C6}" type="pres">
      <dgm:prSet presAssocID="{7F30114A-EB8D-443B-9A8A-622C7BF7F54C}" presName="vSp" presStyleCnt="0"/>
      <dgm:spPr/>
    </dgm:pt>
    <dgm:pt modelId="{5290713D-B967-4036-BA01-802A98EDDEAF}" type="pres">
      <dgm:prSet presAssocID="{118D11AC-97E9-4A06-B530-F14721BA1576}" presName="horFlow" presStyleCnt="0"/>
      <dgm:spPr/>
    </dgm:pt>
    <dgm:pt modelId="{6055A73F-F9B0-4764-83A4-A72C8362B797}" type="pres">
      <dgm:prSet presAssocID="{118D11AC-97E9-4A06-B530-F14721BA1576}" presName="bigChev" presStyleLbl="node1" presStyleIdx="4" presStyleCnt="5" custScaleX="120567"/>
      <dgm:spPr/>
    </dgm:pt>
    <dgm:pt modelId="{D537B030-0E41-43B8-A605-A3F0C2372DE8}" type="pres">
      <dgm:prSet presAssocID="{039E06EF-4162-4E25-8D0B-FDE143152976}" presName="parTrans" presStyleCnt="0"/>
      <dgm:spPr/>
    </dgm:pt>
    <dgm:pt modelId="{2C52CE72-F8DE-437F-89D6-B43251C524F3}" type="pres">
      <dgm:prSet presAssocID="{7D2AA591-CF74-416B-8E62-EB039E7ABF18}" presName="node" presStyleLbl="alignAccFollowNode1" presStyleIdx="12" presStyleCnt="15" custScaleX="269495" custLinFactNeighborX="-45325">
        <dgm:presLayoutVars>
          <dgm:bulletEnabled val="1"/>
        </dgm:presLayoutVars>
      </dgm:prSet>
      <dgm:spPr/>
    </dgm:pt>
    <dgm:pt modelId="{8D1549D6-FE07-4DCA-8684-D4C5C64C2A15}" type="pres">
      <dgm:prSet presAssocID="{CEEB9381-D37B-4A8C-B8E9-7FD9A63B4FE1}" presName="sibTrans" presStyleCnt="0"/>
      <dgm:spPr/>
    </dgm:pt>
    <dgm:pt modelId="{732B5E6C-1E8B-4849-90E2-29D6768396E6}" type="pres">
      <dgm:prSet presAssocID="{5B46DE98-7BEE-47B7-9A40-313DFC170F15}" presName="node" presStyleLbl="alignAccFollowNode1" presStyleIdx="13" presStyleCnt="15" custScaleX="186744" custLinFactNeighborX="-63273" custLinFactNeighborY="0">
        <dgm:presLayoutVars>
          <dgm:bulletEnabled val="1"/>
        </dgm:presLayoutVars>
      </dgm:prSet>
      <dgm:spPr/>
    </dgm:pt>
    <dgm:pt modelId="{28AA5715-1C52-4DAE-8D87-4CA963627952}" type="pres">
      <dgm:prSet presAssocID="{59F6FD3E-AD08-42FC-922A-B5CD0FDA824A}" presName="sibTrans" presStyleCnt="0"/>
      <dgm:spPr/>
    </dgm:pt>
    <dgm:pt modelId="{41BF802B-0449-42BC-BD56-65CDA6D536C6}" type="pres">
      <dgm:prSet presAssocID="{695DEAEB-609A-4334-99FB-2E5E1F836FE3}" presName="node" presStyleLbl="alignAccFollowNode1" presStyleIdx="14" presStyleCnt="15" custScaleX="186744" custLinFactNeighborX="-63273" custLinFactNeighborY="0">
        <dgm:presLayoutVars>
          <dgm:bulletEnabled val="1"/>
        </dgm:presLayoutVars>
      </dgm:prSet>
      <dgm:spPr/>
    </dgm:pt>
  </dgm:ptLst>
  <dgm:cxnLst>
    <dgm:cxn modelId="{7DA29609-BF0C-46B2-B64E-14BB90EED154}" srcId="{B4196B09-FA48-4ADD-B593-258E6D94C797}" destId="{A1DE29DD-866B-4BFB-9465-E771C4695832}" srcOrd="2" destOrd="0" parTransId="{9E26D472-B69D-45D4-9AC0-73D7F4741952}" sibTransId="{DBD21CE3-72C9-43DD-82CF-75026D3A58CE}"/>
    <dgm:cxn modelId="{6F6BD114-D4D5-42F7-B4B5-9E8B22A4CE70}" type="presOf" srcId="{53D20CAE-CAC9-49C0-BED6-7ACC4063382D}" destId="{476F746D-81C6-469F-B616-960A3EF8C60C}" srcOrd="0" destOrd="0" presId="urn:microsoft.com/office/officeart/2005/8/layout/lProcess3"/>
    <dgm:cxn modelId="{0BABE11D-B6D6-4BE5-944C-75407C0FAD90}" srcId="{118D11AC-97E9-4A06-B530-F14721BA1576}" destId="{5B46DE98-7BEE-47B7-9A40-313DFC170F15}" srcOrd="1" destOrd="0" parTransId="{AD02B71C-709A-4742-94B3-A20605E4B540}" sibTransId="{59F6FD3E-AD08-42FC-922A-B5CD0FDA824A}"/>
    <dgm:cxn modelId="{F0D2EB29-D3A1-43EC-B5D5-5E987FCD1AA1}" srcId="{B4196B09-FA48-4ADD-B593-258E6D94C797}" destId="{E36E108F-DFD8-47BB-92E3-BC635A467987}" srcOrd="1" destOrd="0" parTransId="{8F85BB52-1329-4719-B25F-19086AB214C6}" sibTransId="{AFD0D62A-8129-4297-981D-402ABC0BE92C}"/>
    <dgm:cxn modelId="{CC227D2B-80C6-448C-9662-B62FCA07B5FB}" srcId="{A8C8BAC1-C0A6-4CDF-999C-B6CA759DEE54}" destId="{7F30114A-EB8D-443B-9A8A-622C7BF7F54C}" srcOrd="3" destOrd="0" parTransId="{81633B34-185A-4AD7-BEB8-2F6A707F5E8D}" sibTransId="{A1CF3305-A681-402A-9C95-408C80E57096}"/>
    <dgm:cxn modelId="{AADC0733-9D66-418C-8DA8-6AC505154E12}" srcId="{7F30114A-EB8D-443B-9A8A-622C7BF7F54C}" destId="{6D33B0DA-A736-4D02-A10F-AD18070D3AEA}" srcOrd="0" destOrd="0" parTransId="{B8D15A0B-C645-4B3A-8166-D783EA627AE9}" sibTransId="{5A8BA986-03B9-4D61-841E-036012D038D5}"/>
    <dgm:cxn modelId="{FB772C33-395D-4699-A2C1-D2C80EF3D4B7}" srcId="{06A95B31-ED5C-43E7-BE6C-7F08185F189F}" destId="{53D20CAE-CAC9-49C0-BED6-7ACC4063382D}" srcOrd="0" destOrd="0" parTransId="{D4833C56-A234-4299-BA3C-296096F53F1F}" sibTransId="{79988340-F572-4401-8777-BED4C954BCD8}"/>
    <dgm:cxn modelId="{1C50E03F-4B95-4B21-8272-25AA2A3C4A6D}" srcId="{713D4E7B-3DDA-45B7-B6D5-98ACDF0BED91}" destId="{67F940FD-A22D-4DED-A3B0-78608A05144F}" srcOrd="2" destOrd="0" parTransId="{61BF172B-84C4-499E-AB1C-6C6DDB3729D6}" sibTransId="{9C845E50-D67C-4B89-B0A8-6C3D0DDDE0F8}"/>
    <dgm:cxn modelId="{6D56995C-78A0-408F-A1DD-3DA7C5772076}" type="presOf" srcId="{06A95B31-ED5C-43E7-BE6C-7F08185F189F}" destId="{8DD7FA37-0B28-4194-8773-B66E3D688C58}" srcOrd="0" destOrd="0" presId="urn:microsoft.com/office/officeart/2005/8/layout/lProcess3"/>
    <dgm:cxn modelId="{66F72C5D-7A53-473F-A764-CF01D116EE89}" type="presOf" srcId="{B343CF45-2118-4F81-B21E-A01EC3E5C20B}" destId="{76E39E3B-F871-4B2D-8E62-D99678EB6D7E}" srcOrd="0" destOrd="0" presId="urn:microsoft.com/office/officeart/2005/8/layout/lProcess3"/>
    <dgm:cxn modelId="{C68E0E41-6602-4796-884F-572D5124597C}" srcId="{118D11AC-97E9-4A06-B530-F14721BA1576}" destId="{7D2AA591-CF74-416B-8E62-EB039E7ABF18}" srcOrd="0" destOrd="0" parTransId="{039E06EF-4162-4E25-8D0B-FDE143152976}" sibTransId="{CEEB9381-D37B-4A8C-B8E9-7FD9A63B4FE1}"/>
    <dgm:cxn modelId="{5A7CF865-D387-4CEC-AF82-0ABC764F0758}" srcId="{118D11AC-97E9-4A06-B530-F14721BA1576}" destId="{695DEAEB-609A-4334-99FB-2E5E1F836FE3}" srcOrd="2" destOrd="0" parTransId="{26BC5F4B-2DFE-416B-9740-C6A68045723B}" sibTransId="{952AC3A1-7890-4B09-86ED-ADCD93726DF1}"/>
    <dgm:cxn modelId="{76AB3547-DF56-4BE6-84B6-801CE5DA2475}" type="presOf" srcId="{67F940FD-A22D-4DED-A3B0-78608A05144F}" destId="{E583CF07-D5FE-47B2-B439-C3B6D05055A8}" srcOrd="0" destOrd="0" presId="urn:microsoft.com/office/officeart/2005/8/layout/lProcess3"/>
    <dgm:cxn modelId="{E9C03A49-AA84-4C74-8734-BC41A4868A27}" type="presOf" srcId="{9C268660-9EDC-4051-A18B-D6C9E4D86930}" destId="{53C3FA18-4A9A-4A8A-97CD-10EBC68D558F}" srcOrd="0" destOrd="0" presId="urn:microsoft.com/office/officeart/2005/8/layout/lProcess3"/>
    <dgm:cxn modelId="{7F64BF6A-7768-4632-9C63-78B9E7929BA5}" type="presOf" srcId="{713D4E7B-3DDA-45B7-B6D5-98ACDF0BED91}" destId="{9800301A-B02D-4516-BF93-7E834839E140}" srcOrd="0" destOrd="0" presId="urn:microsoft.com/office/officeart/2005/8/layout/lProcess3"/>
    <dgm:cxn modelId="{F335996B-49C4-47D8-AADD-E72F56B4776B}" srcId="{06A95B31-ED5C-43E7-BE6C-7F08185F189F}" destId="{314CFC4F-FB06-4CF1-A8B2-E8EE4FB0BDC8}" srcOrd="2" destOrd="0" parTransId="{32CF1E38-8E5D-4FE5-888B-F0760CA4D993}" sibTransId="{8039A14D-AF49-4831-B847-8DB4EF37D1AE}"/>
    <dgm:cxn modelId="{5F02FC71-7878-4A05-BB11-1340A8A92BA1}" type="presOf" srcId="{695DEAEB-609A-4334-99FB-2E5E1F836FE3}" destId="{41BF802B-0449-42BC-BD56-65CDA6D536C6}" srcOrd="0" destOrd="0" presId="urn:microsoft.com/office/officeart/2005/8/layout/lProcess3"/>
    <dgm:cxn modelId="{80BC1972-8B69-4482-8064-D9BE4DE079EB}" type="presOf" srcId="{98CD57AA-EC1E-4B9D-A449-1AF4D812D8F8}" destId="{66988B77-BD4A-4202-91ED-6040542217DD}" srcOrd="0" destOrd="0" presId="urn:microsoft.com/office/officeart/2005/8/layout/lProcess3"/>
    <dgm:cxn modelId="{325F6A73-56F2-419E-AE4F-C1A0BB097725}" type="presOf" srcId="{23FF2AFD-6B57-4B07-939C-7AAA89FE332E}" destId="{8241344C-EE95-4FEA-96A5-2B68488926E8}" srcOrd="0" destOrd="0" presId="urn:microsoft.com/office/officeart/2005/8/layout/lProcess3"/>
    <dgm:cxn modelId="{FC8B3D54-8895-4526-A4F1-955FBB8BF145}" type="presOf" srcId="{118D11AC-97E9-4A06-B530-F14721BA1576}" destId="{6055A73F-F9B0-4764-83A4-A72C8362B797}" srcOrd="0" destOrd="0" presId="urn:microsoft.com/office/officeart/2005/8/layout/lProcess3"/>
    <dgm:cxn modelId="{912D1457-847B-499B-8765-38B02C6EA898}" type="presOf" srcId="{A8C8BAC1-C0A6-4CDF-999C-B6CA759DEE54}" destId="{0D41981B-C861-46F7-BC71-A2E071640343}" srcOrd="0" destOrd="0" presId="urn:microsoft.com/office/officeart/2005/8/layout/lProcess3"/>
    <dgm:cxn modelId="{5B671777-DB98-43B8-8044-E94F3B352FFF}" srcId="{713D4E7B-3DDA-45B7-B6D5-98ACDF0BED91}" destId="{9C268660-9EDC-4051-A18B-D6C9E4D86930}" srcOrd="0" destOrd="0" parTransId="{B385D86B-1B77-4817-9207-2E07AFF5A756}" sibTransId="{436A852D-896B-4585-8429-900BEB58FCA0}"/>
    <dgm:cxn modelId="{28CA037A-197F-41DA-AD9C-6172973CD27C}" srcId="{A8C8BAC1-C0A6-4CDF-999C-B6CA759DEE54}" destId="{713D4E7B-3DDA-45B7-B6D5-98ACDF0BED91}" srcOrd="2" destOrd="0" parTransId="{CE42D9D8-D243-4C00-AFFE-7CCCEAA7931A}" sibTransId="{FA29844B-C2E5-49DB-AB01-F768B0F2FA15}"/>
    <dgm:cxn modelId="{F7746392-E88E-43BA-AB0A-CE1C389908E4}" type="presOf" srcId="{7F30114A-EB8D-443B-9A8A-622C7BF7F54C}" destId="{B41F3C64-B0FE-4C54-9FDE-D63E80D4CB3E}" srcOrd="0" destOrd="0" presId="urn:microsoft.com/office/officeart/2005/8/layout/lProcess3"/>
    <dgm:cxn modelId="{FCD9F69D-F183-48B3-912D-7DA05BC37B08}" srcId="{A8C8BAC1-C0A6-4CDF-999C-B6CA759DEE54}" destId="{06A95B31-ED5C-43E7-BE6C-7F08185F189F}" srcOrd="0" destOrd="0" parTransId="{C814805F-CED2-47EE-930B-449D032C7958}" sibTransId="{97DFDD4B-72EC-460A-BABD-1CED49739B2D}"/>
    <dgm:cxn modelId="{8F5DE09F-DA42-4012-B44E-670E279C9A1B}" type="presOf" srcId="{B4196B09-FA48-4ADD-B593-258E6D94C797}" destId="{844A26CA-3588-4B5F-A9B0-BE4798A51EDB}" srcOrd="0" destOrd="0" presId="urn:microsoft.com/office/officeart/2005/8/layout/lProcess3"/>
    <dgm:cxn modelId="{7A668BB1-DEB2-4D21-BE66-0ABA61BE85E9}" type="presOf" srcId="{5B46DE98-7BEE-47B7-9A40-313DFC170F15}" destId="{732B5E6C-1E8B-4849-90E2-29D6768396E6}" srcOrd="0" destOrd="0" presId="urn:microsoft.com/office/officeart/2005/8/layout/lProcess3"/>
    <dgm:cxn modelId="{6A075FB2-682D-43A6-8020-B181E5775926}" type="presOf" srcId="{7D2AA591-CF74-416B-8E62-EB039E7ABF18}" destId="{2C52CE72-F8DE-437F-89D6-B43251C524F3}" srcOrd="0" destOrd="0" presId="urn:microsoft.com/office/officeart/2005/8/layout/lProcess3"/>
    <dgm:cxn modelId="{5C93F0BB-9DF7-43B8-B558-4F7437061295}" srcId="{7F30114A-EB8D-443B-9A8A-622C7BF7F54C}" destId="{98CD57AA-EC1E-4B9D-A449-1AF4D812D8F8}" srcOrd="1" destOrd="0" parTransId="{61F820B1-F16A-41A4-8870-A9BE33FDEDF2}" sibTransId="{B5D274D9-E00C-4531-94FE-F12CD99A68E4}"/>
    <dgm:cxn modelId="{01BB1CC5-30D3-47B4-9D02-3816510D9A1A}" type="presOf" srcId="{D54F3C2C-8895-47CF-833C-375401041D37}" destId="{37B4E3FF-87DF-456B-80B4-A592F2C45BD9}" srcOrd="0" destOrd="0" presId="urn:microsoft.com/office/officeart/2005/8/layout/lProcess3"/>
    <dgm:cxn modelId="{3AF831C7-D0FD-4933-A818-736D2CE157AA}" srcId="{713D4E7B-3DDA-45B7-B6D5-98ACDF0BED91}" destId="{D54F3C2C-8895-47CF-833C-375401041D37}" srcOrd="1" destOrd="0" parTransId="{47A097BC-825E-4233-ABD7-3CD5E9F6B830}" sibTransId="{7D5A91A9-561B-4C73-95F8-D39F46A0FF29}"/>
    <dgm:cxn modelId="{95D9F1C8-EE24-4A97-9CA8-579FA8738FCC}" type="presOf" srcId="{314CFC4F-FB06-4CF1-A8B2-E8EE4FB0BDC8}" destId="{299C7722-73A7-4E2E-955E-DB56F8D0CD63}" srcOrd="0" destOrd="0" presId="urn:microsoft.com/office/officeart/2005/8/layout/lProcess3"/>
    <dgm:cxn modelId="{C47EF5CD-BD1A-4784-9186-C4B2FA0EB78B}" type="presOf" srcId="{6D33B0DA-A736-4D02-A10F-AD18070D3AEA}" destId="{6F4AE3FA-BC79-4E3C-BB21-3DC35661A67F}" srcOrd="0" destOrd="0" presId="urn:microsoft.com/office/officeart/2005/8/layout/lProcess3"/>
    <dgm:cxn modelId="{5BA39BDD-6DEA-4339-9369-9C347EE68401}" srcId="{A8C8BAC1-C0A6-4CDF-999C-B6CA759DEE54}" destId="{118D11AC-97E9-4A06-B530-F14721BA1576}" srcOrd="4" destOrd="0" parTransId="{82D80CBD-EADC-44D5-8922-4AF699D77D57}" sibTransId="{ACB79128-C891-4FBE-96C1-AD9E453C9D13}"/>
    <dgm:cxn modelId="{8F28FDE5-7900-4868-9823-9B75EE142BC7}" srcId="{7F30114A-EB8D-443B-9A8A-622C7BF7F54C}" destId="{23FF2AFD-6B57-4B07-939C-7AAA89FE332E}" srcOrd="2" destOrd="0" parTransId="{22E0631C-51E7-4BD7-95B5-C65ACBDF0D33}" sibTransId="{F1D70622-E890-41EE-A397-921D12D5405D}"/>
    <dgm:cxn modelId="{354990E6-89DF-4C29-BE44-DDDB1621ED27}" type="presOf" srcId="{34E5195E-38B2-4AB4-A777-7479404CF073}" destId="{808242D1-0456-4A43-9D14-2F1169DEF85E}" srcOrd="0" destOrd="0" presId="urn:microsoft.com/office/officeart/2005/8/layout/lProcess3"/>
    <dgm:cxn modelId="{F3461EE8-5574-4FD4-AA68-989924E28D82}" type="presOf" srcId="{E36E108F-DFD8-47BB-92E3-BC635A467987}" destId="{94C1DE8C-A457-41F1-8966-4C8592543171}" srcOrd="0" destOrd="0" presId="urn:microsoft.com/office/officeart/2005/8/layout/lProcess3"/>
    <dgm:cxn modelId="{952690ED-6ED2-4408-948C-D0BD714F37A6}" srcId="{06A95B31-ED5C-43E7-BE6C-7F08185F189F}" destId="{34E5195E-38B2-4AB4-A777-7479404CF073}" srcOrd="1" destOrd="0" parTransId="{6BF51498-2C4A-4E61-AF89-25E77E094E7E}" sibTransId="{18060B7D-239A-408C-8BFD-A8AFF15BCC4B}"/>
    <dgm:cxn modelId="{3D0A93EF-8E99-4EDF-88B9-5981A6ED915B}" srcId="{A8C8BAC1-C0A6-4CDF-999C-B6CA759DEE54}" destId="{B4196B09-FA48-4ADD-B593-258E6D94C797}" srcOrd="1" destOrd="0" parTransId="{FA7CE63E-D4D5-4193-A8BC-8CC69ECA6E90}" sibTransId="{C395FE06-B0AA-4AAE-9024-E2AF13290E27}"/>
    <dgm:cxn modelId="{989457F6-BF9F-44D4-9A68-E8EA2EDF0C60}" type="presOf" srcId="{A1DE29DD-866B-4BFB-9465-E771C4695832}" destId="{0DE4D6FA-CF9D-40BF-A973-CE6125DD6D8B}" srcOrd="0" destOrd="0" presId="urn:microsoft.com/office/officeart/2005/8/layout/lProcess3"/>
    <dgm:cxn modelId="{180196F6-9003-4402-8AF3-6C7B15BD3F22}" srcId="{B4196B09-FA48-4ADD-B593-258E6D94C797}" destId="{B343CF45-2118-4F81-B21E-A01EC3E5C20B}" srcOrd="0" destOrd="0" parTransId="{3A149CC4-5650-47D8-B59B-89A556D37932}" sibTransId="{B4002F1C-3F79-4B99-AE20-2B44545E6B5E}"/>
    <dgm:cxn modelId="{C6849C5D-7656-40F9-909C-3AEFFEFCA5DE}" type="presParOf" srcId="{0D41981B-C861-46F7-BC71-A2E071640343}" destId="{94E638B8-F48E-429B-8212-D2ACF841FE68}" srcOrd="0" destOrd="0" presId="urn:microsoft.com/office/officeart/2005/8/layout/lProcess3"/>
    <dgm:cxn modelId="{1B2E05A4-9B2D-48F9-93F7-16CDC064BBE1}" type="presParOf" srcId="{94E638B8-F48E-429B-8212-D2ACF841FE68}" destId="{8DD7FA37-0B28-4194-8773-B66E3D688C58}" srcOrd="0" destOrd="0" presId="urn:microsoft.com/office/officeart/2005/8/layout/lProcess3"/>
    <dgm:cxn modelId="{6F46E5CB-D836-47D8-AD1F-DF014971E37C}" type="presParOf" srcId="{94E638B8-F48E-429B-8212-D2ACF841FE68}" destId="{04C8D7C9-1E11-4AC9-A180-5957DEFA8662}" srcOrd="1" destOrd="0" presId="urn:microsoft.com/office/officeart/2005/8/layout/lProcess3"/>
    <dgm:cxn modelId="{71CA2237-883A-48C2-9FD2-17B9D96B865D}" type="presParOf" srcId="{94E638B8-F48E-429B-8212-D2ACF841FE68}" destId="{476F746D-81C6-469F-B616-960A3EF8C60C}" srcOrd="2" destOrd="0" presId="urn:microsoft.com/office/officeart/2005/8/layout/lProcess3"/>
    <dgm:cxn modelId="{288AB6EA-EA94-4AC1-816A-342A0365CDC1}" type="presParOf" srcId="{94E638B8-F48E-429B-8212-D2ACF841FE68}" destId="{EB8435B2-85EC-4694-B8C1-C37C7B9C7DB5}" srcOrd="3" destOrd="0" presId="urn:microsoft.com/office/officeart/2005/8/layout/lProcess3"/>
    <dgm:cxn modelId="{C5C06778-6857-47B6-B7FC-EB9E1FCC8D4A}" type="presParOf" srcId="{94E638B8-F48E-429B-8212-D2ACF841FE68}" destId="{808242D1-0456-4A43-9D14-2F1169DEF85E}" srcOrd="4" destOrd="0" presId="urn:microsoft.com/office/officeart/2005/8/layout/lProcess3"/>
    <dgm:cxn modelId="{BBF86493-3329-47E5-9DD7-DB153DF9C09C}" type="presParOf" srcId="{94E638B8-F48E-429B-8212-D2ACF841FE68}" destId="{1A532C6F-8104-41E8-B41B-E4BF9BABCFE8}" srcOrd="5" destOrd="0" presId="urn:microsoft.com/office/officeart/2005/8/layout/lProcess3"/>
    <dgm:cxn modelId="{FA9AF3E8-C362-4DB5-A67A-AE99CE51D604}" type="presParOf" srcId="{94E638B8-F48E-429B-8212-D2ACF841FE68}" destId="{299C7722-73A7-4E2E-955E-DB56F8D0CD63}" srcOrd="6" destOrd="0" presId="urn:microsoft.com/office/officeart/2005/8/layout/lProcess3"/>
    <dgm:cxn modelId="{700D9414-440F-4855-A94C-698B7E83F78A}" type="presParOf" srcId="{0D41981B-C861-46F7-BC71-A2E071640343}" destId="{6F0A2FC6-A61D-4B6D-8961-F4A0E0207A14}" srcOrd="1" destOrd="0" presId="urn:microsoft.com/office/officeart/2005/8/layout/lProcess3"/>
    <dgm:cxn modelId="{9EE09EEB-3F69-4C7B-97DE-199EE92448CB}" type="presParOf" srcId="{0D41981B-C861-46F7-BC71-A2E071640343}" destId="{56B7E1B0-96BC-4FEA-9840-CEA847DFA434}" srcOrd="2" destOrd="0" presId="urn:microsoft.com/office/officeart/2005/8/layout/lProcess3"/>
    <dgm:cxn modelId="{0EB5C54B-CEA9-45C2-BFDE-4731FD162405}" type="presParOf" srcId="{56B7E1B0-96BC-4FEA-9840-CEA847DFA434}" destId="{844A26CA-3588-4B5F-A9B0-BE4798A51EDB}" srcOrd="0" destOrd="0" presId="urn:microsoft.com/office/officeart/2005/8/layout/lProcess3"/>
    <dgm:cxn modelId="{48DF89D8-138E-4AC3-AC2F-E81813CD27B1}" type="presParOf" srcId="{56B7E1B0-96BC-4FEA-9840-CEA847DFA434}" destId="{9B877EAF-BAE2-4850-9EB0-836E8DAB6B70}" srcOrd="1" destOrd="0" presId="urn:microsoft.com/office/officeart/2005/8/layout/lProcess3"/>
    <dgm:cxn modelId="{328C2265-D58A-4913-82D9-31242647BA14}" type="presParOf" srcId="{56B7E1B0-96BC-4FEA-9840-CEA847DFA434}" destId="{76E39E3B-F871-4B2D-8E62-D99678EB6D7E}" srcOrd="2" destOrd="0" presId="urn:microsoft.com/office/officeart/2005/8/layout/lProcess3"/>
    <dgm:cxn modelId="{1ED456D1-5AAA-418E-976F-715AF6D5193E}" type="presParOf" srcId="{56B7E1B0-96BC-4FEA-9840-CEA847DFA434}" destId="{5C83C13A-4100-4240-8C7B-A83CDD4C463A}" srcOrd="3" destOrd="0" presId="urn:microsoft.com/office/officeart/2005/8/layout/lProcess3"/>
    <dgm:cxn modelId="{377553E9-04A9-4119-99FD-CC1D521F1F3E}" type="presParOf" srcId="{56B7E1B0-96BC-4FEA-9840-CEA847DFA434}" destId="{94C1DE8C-A457-41F1-8966-4C8592543171}" srcOrd="4" destOrd="0" presId="urn:microsoft.com/office/officeart/2005/8/layout/lProcess3"/>
    <dgm:cxn modelId="{ADBD025E-B8D4-48AF-BDEA-26A7F9C91453}" type="presParOf" srcId="{56B7E1B0-96BC-4FEA-9840-CEA847DFA434}" destId="{86188300-E3E4-4B1F-8CC3-7B530AB4BE37}" srcOrd="5" destOrd="0" presId="urn:microsoft.com/office/officeart/2005/8/layout/lProcess3"/>
    <dgm:cxn modelId="{422BD8B2-4CDE-4A31-9D22-46D60847133F}" type="presParOf" srcId="{56B7E1B0-96BC-4FEA-9840-CEA847DFA434}" destId="{0DE4D6FA-CF9D-40BF-A973-CE6125DD6D8B}" srcOrd="6" destOrd="0" presId="urn:microsoft.com/office/officeart/2005/8/layout/lProcess3"/>
    <dgm:cxn modelId="{1D888328-170B-43B5-A5B0-AF95C0FD8D8D}" type="presParOf" srcId="{0D41981B-C861-46F7-BC71-A2E071640343}" destId="{B07D977E-A954-4C21-A09E-CF8DF6C6A436}" srcOrd="3" destOrd="0" presId="urn:microsoft.com/office/officeart/2005/8/layout/lProcess3"/>
    <dgm:cxn modelId="{7993E86A-84B7-4B5A-BE4E-0353DF1EADB2}" type="presParOf" srcId="{0D41981B-C861-46F7-BC71-A2E071640343}" destId="{BC4840BB-4D33-4DA7-AC91-528D4A6075F1}" srcOrd="4" destOrd="0" presId="urn:microsoft.com/office/officeart/2005/8/layout/lProcess3"/>
    <dgm:cxn modelId="{0DB02A60-5C9A-47F5-9AF4-2E6660C075EA}" type="presParOf" srcId="{BC4840BB-4D33-4DA7-AC91-528D4A6075F1}" destId="{9800301A-B02D-4516-BF93-7E834839E140}" srcOrd="0" destOrd="0" presId="urn:microsoft.com/office/officeart/2005/8/layout/lProcess3"/>
    <dgm:cxn modelId="{5261D33B-5316-4FA9-B6FB-5838B227BF82}" type="presParOf" srcId="{BC4840BB-4D33-4DA7-AC91-528D4A6075F1}" destId="{77F63D7C-31D8-47BF-A067-2836286693D9}" srcOrd="1" destOrd="0" presId="urn:microsoft.com/office/officeart/2005/8/layout/lProcess3"/>
    <dgm:cxn modelId="{78512D95-9F11-4F3A-9C90-18F8ACFB3ACF}" type="presParOf" srcId="{BC4840BB-4D33-4DA7-AC91-528D4A6075F1}" destId="{53C3FA18-4A9A-4A8A-97CD-10EBC68D558F}" srcOrd="2" destOrd="0" presId="urn:microsoft.com/office/officeart/2005/8/layout/lProcess3"/>
    <dgm:cxn modelId="{890B42FC-6E9F-439B-8CAA-B9F1610E5372}" type="presParOf" srcId="{BC4840BB-4D33-4DA7-AC91-528D4A6075F1}" destId="{DD64E560-DDE1-4ED3-BAEA-F0BB1B93BB7B}" srcOrd="3" destOrd="0" presId="urn:microsoft.com/office/officeart/2005/8/layout/lProcess3"/>
    <dgm:cxn modelId="{B288620A-864D-4B45-905F-DC1FBCB37753}" type="presParOf" srcId="{BC4840BB-4D33-4DA7-AC91-528D4A6075F1}" destId="{37B4E3FF-87DF-456B-80B4-A592F2C45BD9}" srcOrd="4" destOrd="0" presId="urn:microsoft.com/office/officeart/2005/8/layout/lProcess3"/>
    <dgm:cxn modelId="{60AB6DE6-9533-4BB4-A1B5-3925073D332E}" type="presParOf" srcId="{BC4840BB-4D33-4DA7-AC91-528D4A6075F1}" destId="{64A85B90-D50B-455A-A293-2CDEC087E7E4}" srcOrd="5" destOrd="0" presId="urn:microsoft.com/office/officeart/2005/8/layout/lProcess3"/>
    <dgm:cxn modelId="{FFAD963F-8316-4130-A506-8B4D8993250F}" type="presParOf" srcId="{BC4840BB-4D33-4DA7-AC91-528D4A6075F1}" destId="{E583CF07-D5FE-47B2-B439-C3B6D05055A8}" srcOrd="6" destOrd="0" presId="urn:microsoft.com/office/officeart/2005/8/layout/lProcess3"/>
    <dgm:cxn modelId="{89C5E583-5238-4A4D-A01C-1D57BFEEA399}" type="presParOf" srcId="{0D41981B-C861-46F7-BC71-A2E071640343}" destId="{E8931498-55DA-4727-A67E-BB2566E7091D}" srcOrd="5" destOrd="0" presId="urn:microsoft.com/office/officeart/2005/8/layout/lProcess3"/>
    <dgm:cxn modelId="{C551E010-73BF-4D44-B1DC-5E1476F0CBFA}" type="presParOf" srcId="{0D41981B-C861-46F7-BC71-A2E071640343}" destId="{2D9F689B-591C-4A3C-8E85-19D32D0A69CD}" srcOrd="6" destOrd="0" presId="urn:microsoft.com/office/officeart/2005/8/layout/lProcess3"/>
    <dgm:cxn modelId="{3856073A-7CC7-48AD-8BB7-37BECA9D80E4}" type="presParOf" srcId="{2D9F689B-591C-4A3C-8E85-19D32D0A69CD}" destId="{B41F3C64-B0FE-4C54-9FDE-D63E80D4CB3E}" srcOrd="0" destOrd="0" presId="urn:microsoft.com/office/officeart/2005/8/layout/lProcess3"/>
    <dgm:cxn modelId="{A5878566-49C8-4F1D-AD77-00AF83877BA1}" type="presParOf" srcId="{2D9F689B-591C-4A3C-8E85-19D32D0A69CD}" destId="{69DCD794-1AD9-49DD-B9F5-2913D9B30E7C}" srcOrd="1" destOrd="0" presId="urn:microsoft.com/office/officeart/2005/8/layout/lProcess3"/>
    <dgm:cxn modelId="{24F9DFC2-F0E8-48E9-BBAA-386696574B1D}" type="presParOf" srcId="{2D9F689B-591C-4A3C-8E85-19D32D0A69CD}" destId="{6F4AE3FA-BC79-4E3C-BB21-3DC35661A67F}" srcOrd="2" destOrd="0" presId="urn:microsoft.com/office/officeart/2005/8/layout/lProcess3"/>
    <dgm:cxn modelId="{07AFFB19-2249-434E-BAE8-04BA9BB8DE4B}" type="presParOf" srcId="{2D9F689B-591C-4A3C-8E85-19D32D0A69CD}" destId="{048BE348-E9BD-4B99-B85F-30B81B7512AF}" srcOrd="3" destOrd="0" presId="urn:microsoft.com/office/officeart/2005/8/layout/lProcess3"/>
    <dgm:cxn modelId="{3059EDFA-243E-4C65-9C37-1405FEECF6A6}" type="presParOf" srcId="{2D9F689B-591C-4A3C-8E85-19D32D0A69CD}" destId="{66988B77-BD4A-4202-91ED-6040542217DD}" srcOrd="4" destOrd="0" presId="urn:microsoft.com/office/officeart/2005/8/layout/lProcess3"/>
    <dgm:cxn modelId="{947C9A28-4EA2-4357-B2FC-30A2A99AF727}" type="presParOf" srcId="{2D9F689B-591C-4A3C-8E85-19D32D0A69CD}" destId="{0DF6F75B-A65A-4193-B425-DAE6598BAE09}" srcOrd="5" destOrd="0" presId="urn:microsoft.com/office/officeart/2005/8/layout/lProcess3"/>
    <dgm:cxn modelId="{DEF194BD-EDE8-4913-9ECD-2D5F2A5BB784}" type="presParOf" srcId="{2D9F689B-591C-4A3C-8E85-19D32D0A69CD}" destId="{8241344C-EE95-4FEA-96A5-2B68488926E8}" srcOrd="6" destOrd="0" presId="urn:microsoft.com/office/officeart/2005/8/layout/lProcess3"/>
    <dgm:cxn modelId="{E3DBDC79-3FBA-4048-AF68-B7F77B5FAF01}" type="presParOf" srcId="{0D41981B-C861-46F7-BC71-A2E071640343}" destId="{17B5BA36-83B3-4AAF-81F2-62CA396B66C6}" srcOrd="7" destOrd="0" presId="urn:microsoft.com/office/officeart/2005/8/layout/lProcess3"/>
    <dgm:cxn modelId="{DB2B28F7-7D04-4140-AB5A-F4A6CA7512D2}" type="presParOf" srcId="{0D41981B-C861-46F7-BC71-A2E071640343}" destId="{5290713D-B967-4036-BA01-802A98EDDEAF}" srcOrd="8" destOrd="0" presId="urn:microsoft.com/office/officeart/2005/8/layout/lProcess3"/>
    <dgm:cxn modelId="{79D0ECC8-195A-4785-975A-1E3A095B6E61}" type="presParOf" srcId="{5290713D-B967-4036-BA01-802A98EDDEAF}" destId="{6055A73F-F9B0-4764-83A4-A72C8362B797}" srcOrd="0" destOrd="0" presId="urn:microsoft.com/office/officeart/2005/8/layout/lProcess3"/>
    <dgm:cxn modelId="{FCE51E6C-EC6B-45D1-947A-CF6C34FB7379}" type="presParOf" srcId="{5290713D-B967-4036-BA01-802A98EDDEAF}" destId="{D537B030-0E41-43B8-A605-A3F0C2372DE8}" srcOrd="1" destOrd="0" presId="urn:microsoft.com/office/officeart/2005/8/layout/lProcess3"/>
    <dgm:cxn modelId="{9EB93B83-9A7B-4E40-B199-EA5A983166C3}" type="presParOf" srcId="{5290713D-B967-4036-BA01-802A98EDDEAF}" destId="{2C52CE72-F8DE-437F-89D6-B43251C524F3}" srcOrd="2" destOrd="0" presId="urn:microsoft.com/office/officeart/2005/8/layout/lProcess3"/>
    <dgm:cxn modelId="{22BEF504-DCC7-4FBB-8D8C-CF005DC9A3B0}" type="presParOf" srcId="{5290713D-B967-4036-BA01-802A98EDDEAF}" destId="{8D1549D6-FE07-4DCA-8684-D4C5C64C2A15}" srcOrd="3" destOrd="0" presId="urn:microsoft.com/office/officeart/2005/8/layout/lProcess3"/>
    <dgm:cxn modelId="{DA1E2D03-1086-4A22-B3D9-3D3568F1897E}" type="presParOf" srcId="{5290713D-B967-4036-BA01-802A98EDDEAF}" destId="{732B5E6C-1E8B-4849-90E2-29D6768396E6}" srcOrd="4" destOrd="0" presId="urn:microsoft.com/office/officeart/2005/8/layout/lProcess3"/>
    <dgm:cxn modelId="{F853F693-88E4-4E42-AEB1-03C40150769E}" type="presParOf" srcId="{5290713D-B967-4036-BA01-802A98EDDEAF}" destId="{28AA5715-1C52-4DAE-8D87-4CA963627952}" srcOrd="5" destOrd="0" presId="urn:microsoft.com/office/officeart/2005/8/layout/lProcess3"/>
    <dgm:cxn modelId="{4BA34AE6-D384-46F5-99EC-FCBE0ECAE0CB}" type="presParOf" srcId="{5290713D-B967-4036-BA01-802A98EDDEAF}" destId="{41BF802B-0449-42BC-BD56-65CDA6D536C6}" srcOrd="6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D7FA37-0B28-4194-8773-B66E3D688C58}">
      <dsp:nvSpPr>
        <dsp:cNvPr id="0" name=""/>
        <dsp:cNvSpPr/>
      </dsp:nvSpPr>
      <dsp:spPr>
        <a:xfrm rot="10800000">
          <a:off x="9668849" y="2032"/>
          <a:ext cx="2286035" cy="758428"/>
        </a:xfrm>
        <a:prstGeom prst="chevron">
          <a:avLst/>
        </a:prstGeom>
        <a:noFill/>
        <a:ln w="63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0" tIns="14605" rIns="29210" bIns="14605" numCol="1" spcCol="1270" anchor="ctr" anchorCtr="0">
          <a:noAutofit/>
        </a:bodyPr>
        <a:lstStyle/>
        <a:p>
          <a:pPr marL="0" lvl="0" indent="0" algn="ctr" defTabSz="10223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MA" sz="2300" b="0" kern="1200" dirty="0">
              <a:solidFill>
                <a:srgbClr val="000000"/>
              </a:solidFill>
              <a:effectLst/>
              <a:latin typeface="+mn-lt"/>
              <a:ea typeface="+mn-ea"/>
              <a:cs typeface="+mn-cs"/>
            </a:rPr>
            <a:t>المحورالاول</a:t>
          </a:r>
          <a:endParaRPr lang="fr-FR" sz="2300" b="0" kern="1200" dirty="0">
            <a:solidFill>
              <a:srgbClr val="000000"/>
            </a:solidFill>
          </a:endParaRPr>
        </a:p>
      </dsp:txBody>
      <dsp:txXfrm rot="10800000">
        <a:off x="10048063" y="2032"/>
        <a:ext cx="1527607" cy="758428"/>
      </dsp:txXfrm>
    </dsp:sp>
    <dsp:sp modelId="{476F746D-81C6-469F-B616-960A3EF8C60C}">
      <dsp:nvSpPr>
        <dsp:cNvPr id="0" name=""/>
        <dsp:cNvSpPr/>
      </dsp:nvSpPr>
      <dsp:spPr>
        <a:xfrm rot="10800000">
          <a:off x="5574330" y="66499"/>
          <a:ext cx="4241146" cy="629495"/>
        </a:xfrm>
        <a:prstGeom prst="chevron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0" tIns="13970" rIns="27940" bIns="13970" numCol="1" spcCol="1270" anchor="ctr" anchorCtr="0">
          <a:noAutofit/>
        </a:bodyPr>
        <a:lstStyle/>
        <a:p>
          <a:pPr marL="0" lvl="0" indent="0" algn="ct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MA" sz="2200" kern="1200" dirty="0">
              <a:effectLst/>
            </a:rPr>
            <a:t>تهيئة وصيانة البنيات التحتية و تهيئة المجال</a:t>
          </a:r>
          <a:endParaRPr lang="fr-FR" sz="2200" kern="1200" dirty="0"/>
        </a:p>
      </dsp:txBody>
      <dsp:txXfrm rot="10800000">
        <a:off x="5889077" y="66499"/>
        <a:ext cx="3611651" cy="629495"/>
      </dsp:txXfrm>
    </dsp:sp>
    <dsp:sp modelId="{808242D1-0456-4A43-9D14-2F1169DEF85E}">
      <dsp:nvSpPr>
        <dsp:cNvPr id="0" name=""/>
        <dsp:cNvSpPr/>
      </dsp:nvSpPr>
      <dsp:spPr>
        <a:xfrm rot="10800000">
          <a:off x="2816248" y="66499"/>
          <a:ext cx="2938861" cy="629495"/>
        </a:xfrm>
        <a:prstGeom prst="chevron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0" tIns="13970" rIns="27940" bIns="1397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415 </a:t>
          </a:r>
          <a:r>
            <a:rPr lang="ar-MA" sz="2200" kern="1200" dirty="0"/>
            <a:t>عدد </a:t>
          </a:r>
          <a:r>
            <a:rPr lang="ar-MA" sz="2200" kern="1200" dirty="0" err="1"/>
            <a:t>المستفيدين :</a:t>
          </a:r>
          <a:endParaRPr lang="fr-FR" sz="2200" kern="1200" dirty="0"/>
        </a:p>
      </dsp:txBody>
      <dsp:txXfrm rot="10800000">
        <a:off x="3130995" y="66499"/>
        <a:ext cx="2309366" cy="629495"/>
      </dsp:txXfrm>
    </dsp:sp>
    <dsp:sp modelId="{299C7722-73A7-4E2E-955E-DB56F8D0CD63}">
      <dsp:nvSpPr>
        <dsp:cNvPr id="0" name=""/>
        <dsp:cNvSpPr/>
      </dsp:nvSpPr>
      <dsp:spPr>
        <a:xfrm rot="10800000">
          <a:off x="97710" y="66499"/>
          <a:ext cx="2938861" cy="629495"/>
        </a:xfrm>
        <a:prstGeom prst="chevron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0" tIns="13970" rIns="27940" bIns="1397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MA" sz="2200" kern="1200" dirty="0"/>
            <a:t>639</a:t>
          </a:r>
          <a:r>
            <a:rPr lang="fr-FR" sz="2200" kern="1200" dirty="0"/>
            <a:t> </a:t>
          </a:r>
          <a:r>
            <a:rPr lang="ar-MA" sz="2200" kern="1200" dirty="0"/>
            <a:t>عدد </a:t>
          </a:r>
          <a:r>
            <a:rPr lang="ar-MA" sz="2200" kern="1200" dirty="0" err="1"/>
            <a:t>المستفيدين :</a:t>
          </a:r>
          <a:endParaRPr lang="fr-FR" sz="2200" kern="1200" dirty="0"/>
        </a:p>
      </dsp:txBody>
      <dsp:txXfrm rot="10800000">
        <a:off x="412457" y="66499"/>
        <a:ext cx="2309366" cy="629495"/>
      </dsp:txXfrm>
    </dsp:sp>
    <dsp:sp modelId="{844A26CA-3588-4B5F-A9B0-BE4798A51EDB}">
      <dsp:nvSpPr>
        <dsp:cNvPr id="0" name=""/>
        <dsp:cNvSpPr/>
      </dsp:nvSpPr>
      <dsp:spPr>
        <a:xfrm rot="10800000">
          <a:off x="9668849" y="866640"/>
          <a:ext cx="2286035" cy="758428"/>
        </a:xfrm>
        <a:prstGeom prst="chevron">
          <a:avLst/>
        </a:prstGeom>
        <a:noFill/>
        <a:ln w="63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0" tIns="14605" rIns="29210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MA" sz="2300" b="0" kern="1200" dirty="0" err="1">
              <a:solidFill>
                <a:srgbClr val="000000"/>
              </a:solidFill>
            </a:rPr>
            <a:t>المحورالثاني</a:t>
          </a:r>
          <a:endParaRPr lang="fr-FR" sz="2300" b="0" kern="1200" dirty="0">
            <a:solidFill>
              <a:srgbClr val="000000"/>
            </a:solidFill>
          </a:endParaRPr>
        </a:p>
      </dsp:txBody>
      <dsp:txXfrm rot="10800000">
        <a:off x="10048063" y="866640"/>
        <a:ext cx="1527607" cy="758428"/>
      </dsp:txXfrm>
    </dsp:sp>
    <dsp:sp modelId="{76E39E3B-F871-4B2D-8E62-D99678EB6D7E}">
      <dsp:nvSpPr>
        <dsp:cNvPr id="0" name=""/>
        <dsp:cNvSpPr/>
      </dsp:nvSpPr>
      <dsp:spPr>
        <a:xfrm rot="10800000">
          <a:off x="5574330" y="931107"/>
          <a:ext cx="4241146" cy="629495"/>
        </a:xfrm>
        <a:prstGeom prst="chevron">
          <a:avLst/>
        </a:prstGeom>
        <a:solidFill>
          <a:srgbClr val="92D050"/>
        </a:solidFill>
        <a:ln w="635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0" tIns="13970" rIns="2794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MA" sz="2200" kern="1200" dirty="0" err="1">
              <a:effectLst/>
            </a:rPr>
            <a:t>الرقمنة</a:t>
          </a:r>
          <a:r>
            <a:rPr lang="ar-MA" sz="2200" kern="1200" dirty="0">
              <a:effectLst/>
            </a:rPr>
            <a:t> و الارشيف</a:t>
          </a:r>
          <a:endParaRPr lang="fr-FR" sz="2200" kern="1200" dirty="0"/>
        </a:p>
      </dsp:txBody>
      <dsp:txXfrm rot="10800000">
        <a:off x="5889077" y="931107"/>
        <a:ext cx="3611651" cy="629495"/>
      </dsp:txXfrm>
    </dsp:sp>
    <dsp:sp modelId="{94C1DE8C-A457-41F1-8966-4C8592543171}">
      <dsp:nvSpPr>
        <dsp:cNvPr id="0" name=""/>
        <dsp:cNvSpPr/>
      </dsp:nvSpPr>
      <dsp:spPr>
        <a:xfrm rot="10800000">
          <a:off x="2816248" y="931107"/>
          <a:ext cx="2938861" cy="629495"/>
        </a:xfrm>
        <a:prstGeom prst="chevron">
          <a:avLst/>
        </a:prstGeom>
        <a:solidFill>
          <a:srgbClr val="92D050"/>
        </a:solidFill>
        <a:ln w="635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0" tIns="13970" rIns="27940" bIns="1397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MA" sz="2200" kern="1200" dirty="0"/>
            <a:t>180</a:t>
          </a:r>
          <a:r>
            <a:rPr lang="fr-FR" sz="2200" kern="1200" dirty="0"/>
            <a:t> </a:t>
          </a:r>
          <a:r>
            <a:rPr lang="ar-MA" sz="2200" kern="1200" dirty="0"/>
            <a:t>عدد </a:t>
          </a:r>
          <a:r>
            <a:rPr lang="ar-MA" sz="2200" kern="1200" dirty="0" err="1"/>
            <a:t>المستفيدين :</a:t>
          </a:r>
          <a:endParaRPr lang="fr-FR" sz="2200" kern="1200" dirty="0"/>
        </a:p>
      </dsp:txBody>
      <dsp:txXfrm rot="10800000">
        <a:off x="3130995" y="931107"/>
        <a:ext cx="2309366" cy="629495"/>
      </dsp:txXfrm>
    </dsp:sp>
    <dsp:sp modelId="{0DE4D6FA-CF9D-40BF-A973-CE6125DD6D8B}">
      <dsp:nvSpPr>
        <dsp:cNvPr id="0" name=""/>
        <dsp:cNvSpPr/>
      </dsp:nvSpPr>
      <dsp:spPr>
        <a:xfrm rot="10800000">
          <a:off x="97710" y="931107"/>
          <a:ext cx="2938861" cy="629495"/>
        </a:xfrm>
        <a:prstGeom prst="chevron">
          <a:avLst/>
        </a:prstGeom>
        <a:solidFill>
          <a:srgbClr val="92D050"/>
        </a:solidFill>
        <a:ln w="635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0" tIns="13970" rIns="27940" bIns="1397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MA" sz="2200" kern="1200" dirty="0"/>
            <a:t>90</a:t>
          </a:r>
          <a:r>
            <a:rPr lang="fr-FR" sz="2200" kern="1200" dirty="0"/>
            <a:t> </a:t>
          </a:r>
          <a:r>
            <a:rPr lang="ar-MA" sz="2200" kern="1200" dirty="0"/>
            <a:t>عدد </a:t>
          </a:r>
          <a:r>
            <a:rPr lang="ar-MA" sz="2200" kern="1200" dirty="0" err="1"/>
            <a:t>المستفيدين :</a:t>
          </a:r>
          <a:endParaRPr lang="fr-FR" sz="2200" kern="1200" dirty="0"/>
        </a:p>
      </dsp:txBody>
      <dsp:txXfrm rot="10800000">
        <a:off x="412457" y="931107"/>
        <a:ext cx="2309366" cy="629495"/>
      </dsp:txXfrm>
    </dsp:sp>
    <dsp:sp modelId="{9800301A-B02D-4516-BF93-7E834839E140}">
      <dsp:nvSpPr>
        <dsp:cNvPr id="0" name=""/>
        <dsp:cNvSpPr/>
      </dsp:nvSpPr>
      <dsp:spPr>
        <a:xfrm rot="10800000">
          <a:off x="9668849" y="1731248"/>
          <a:ext cx="2286035" cy="758428"/>
        </a:xfrm>
        <a:prstGeom prst="chevron">
          <a:avLst/>
        </a:prstGeom>
        <a:noFill/>
        <a:ln w="63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0" tIns="14605" rIns="29210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MA" sz="2300" b="0" kern="1200">
              <a:solidFill>
                <a:srgbClr val="000000"/>
              </a:solidFill>
            </a:rPr>
            <a:t>المحور الثالث</a:t>
          </a:r>
          <a:endParaRPr lang="fr-FR" sz="2300" b="0" kern="1200" dirty="0">
            <a:solidFill>
              <a:srgbClr val="000000"/>
            </a:solidFill>
          </a:endParaRPr>
        </a:p>
      </dsp:txBody>
      <dsp:txXfrm rot="10800000">
        <a:off x="10048063" y="1731248"/>
        <a:ext cx="1527607" cy="758428"/>
      </dsp:txXfrm>
    </dsp:sp>
    <dsp:sp modelId="{53C3FA18-4A9A-4A8A-97CD-10EBC68D558F}">
      <dsp:nvSpPr>
        <dsp:cNvPr id="0" name=""/>
        <dsp:cNvSpPr/>
      </dsp:nvSpPr>
      <dsp:spPr>
        <a:xfrm rot="10800000">
          <a:off x="5574330" y="1795715"/>
          <a:ext cx="4241146" cy="629495"/>
        </a:xfrm>
        <a:prstGeom prst="chevron">
          <a:avLst/>
        </a:prstGeom>
        <a:gradFill rotWithShape="1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dsp:style>
      <dsp:txBody>
        <a:bodyPr spcFirstLastPara="0" vert="horz" wrap="square" lIns="0" tIns="13970" rIns="27940" bIns="13970" numCol="1" spcCol="1270" anchor="ctr" anchorCtr="0">
          <a:noAutofit/>
        </a:bodyPr>
        <a:lstStyle/>
        <a:p>
          <a:pPr marL="0" lvl="0" indent="0" algn="ct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MA" sz="2200" kern="1200" dirty="0">
              <a:effectLst/>
            </a:rPr>
            <a:t>الصحة و  الخدمات الاجتماعية</a:t>
          </a:r>
          <a:endParaRPr lang="fr-FR" sz="2200" kern="1200" dirty="0"/>
        </a:p>
      </dsp:txBody>
      <dsp:txXfrm rot="10800000">
        <a:off x="5889077" y="1795715"/>
        <a:ext cx="3611651" cy="629495"/>
      </dsp:txXfrm>
    </dsp:sp>
    <dsp:sp modelId="{37B4E3FF-87DF-456B-80B4-A592F2C45BD9}">
      <dsp:nvSpPr>
        <dsp:cNvPr id="0" name=""/>
        <dsp:cNvSpPr/>
      </dsp:nvSpPr>
      <dsp:spPr>
        <a:xfrm rot="10800000">
          <a:off x="2816248" y="1795715"/>
          <a:ext cx="2938861" cy="629495"/>
        </a:xfrm>
        <a:prstGeom prst="chevron">
          <a:avLst/>
        </a:prstGeom>
        <a:gradFill rotWithShape="1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dsp:style>
      <dsp:txBody>
        <a:bodyPr spcFirstLastPara="0" vert="horz" wrap="square" lIns="0" tIns="13970" rIns="27940" bIns="1397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MA" sz="2200" kern="1200" dirty="0"/>
            <a:t>100</a:t>
          </a:r>
          <a:r>
            <a:rPr lang="fr-FR" sz="2200" kern="1200" dirty="0"/>
            <a:t> </a:t>
          </a:r>
          <a:r>
            <a:rPr lang="ar-MA" sz="2200" kern="1200" dirty="0"/>
            <a:t>عدد </a:t>
          </a:r>
          <a:r>
            <a:rPr lang="ar-MA" sz="2200" kern="1200" dirty="0" err="1"/>
            <a:t>المستفيدين :</a:t>
          </a:r>
          <a:endParaRPr lang="fr-FR" sz="2200" kern="1200" dirty="0"/>
        </a:p>
      </dsp:txBody>
      <dsp:txXfrm rot="10800000">
        <a:off x="3130995" y="1795715"/>
        <a:ext cx="2309366" cy="629495"/>
      </dsp:txXfrm>
    </dsp:sp>
    <dsp:sp modelId="{E583CF07-D5FE-47B2-B439-C3B6D05055A8}">
      <dsp:nvSpPr>
        <dsp:cNvPr id="0" name=""/>
        <dsp:cNvSpPr/>
      </dsp:nvSpPr>
      <dsp:spPr>
        <a:xfrm rot="10800000">
          <a:off x="97710" y="1795715"/>
          <a:ext cx="2938861" cy="629495"/>
        </a:xfrm>
        <a:prstGeom prst="chevron">
          <a:avLst/>
        </a:prstGeom>
        <a:gradFill rotWithShape="1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dsp:style>
      <dsp:txBody>
        <a:bodyPr spcFirstLastPara="0" vert="horz" wrap="square" lIns="0" tIns="13970" rIns="27940" bIns="1397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MA" sz="2200" kern="1200" dirty="0"/>
            <a:t>122</a:t>
          </a:r>
          <a:r>
            <a:rPr lang="fr-FR" sz="2200" kern="1200" dirty="0"/>
            <a:t> </a:t>
          </a:r>
          <a:r>
            <a:rPr lang="ar-MA" sz="2200" kern="1200" dirty="0"/>
            <a:t>عدد </a:t>
          </a:r>
          <a:r>
            <a:rPr lang="ar-MA" sz="2200" kern="1200" dirty="0" err="1"/>
            <a:t>المستفيدين :</a:t>
          </a:r>
          <a:endParaRPr lang="fr-FR" sz="2200" kern="1200" dirty="0"/>
        </a:p>
      </dsp:txBody>
      <dsp:txXfrm rot="10800000">
        <a:off x="412457" y="1795715"/>
        <a:ext cx="2309366" cy="629495"/>
      </dsp:txXfrm>
    </dsp:sp>
    <dsp:sp modelId="{B41F3C64-B0FE-4C54-9FDE-D63E80D4CB3E}">
      <dsp:nvSpPr>
        <dsp:cNvPr id="0" name=""/>
        <dsp:cNvSpPr/>
      </dsp:nvSpPr>
      <dsp:spPr>
        <a:xfrm rot="10800000">
          <a:off x="9668849" y="2595857"/>
          <a:ext cx="2286035" cy="758428"/>
        </a:xfrm>
        <a:prstGeom prst="chevron">
          <a:avLst/>
        </a:prstGeom>
        <a:noFill/>
        <a:ln w="63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0" tIns="14605" rIns="29210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MA" sz="2300" b="0" kern="1200">
              <a:solidFill>
                <a:srgbClr val="000000"/>
              </a:solidFill>
            </a:rPr>
            <a:t>المحور الرابع </a:t>
          </a:r>
          <a:endParaRPr lang="fr-FR" sz="2300" b="0" kern="1200" dirty="0">
            <a:solidFill>
              <a:srgbClr val="000000"/>
            </a:solidFill>
          </a:endParaRPr>
        </a:p>
      </dsp:txBody>
      <dsp:txXfrm rot="10800000">
        <a:off x="10048063" y="2595857"/>
        <a:ext cx="1527607" cy="758428"/>
      </dsp:txXfrm>
    </dsp:sp>
    <dsp:sp modelId="{6F4AE3FA-BC79-4E3C-BB21-3DC35661A67F}">
      <dsp:nvSpPr>
        <dsp:cNvPr id="0" name=""/>
        <dsp:cNvSpPr/>
      </dsp:nvSpPr>
      <dsp:spPr>
        <a:xfrm rot="10800000">
          <a:off x="5574330" y="2660323"/>
          <a:ext cx="4241146" cy="629495"/>
        </a:xfrm>
        <a:prstGeom prst="chevron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0" tIns="13970" rIns="27940" bIns="13970" numCol="1" spcCol="1270" anchor="ctr" anchorCtr="0">
          <a:noAutofit/>
        </a:bodyPr>
        <a:lstStyle/>
        <a:p>
          <a:pPr marL="0" lvl="0" indent="0" algn="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MA" sz="2200" kern="1200" dirty="0">
              <a:effectLst/>
            </a:rPr>
            <a:t>الدعم التربوي والتنشيط والتوجيه</a:t>
          </a:r>
          <a:endParaRPr lang="fr-FR" sz="2200" kern="1200" dirty="0"/>
        </a:p>
      </dsp:txBody>
      <dsp:txXfrm rot="10800000">
        <a:off x="5889077" y="2660323"/>
        <a:ext cx="3611651" cy="629495"/>
      </dsp:txXfrm>
    </dsp:sp>
    <dsp:sp modelId="{66988B77-BD4A-4202-91ED-6040542217DD}">
      <dsp:nvSpPr>
        <dsp:cNvPr id="0" name=""/>
        <dsp:cNvSpPr/>
      </dsp:nvSpPr>
      <dsp:spPr>
        <a:xfrm rot="10800000">
          <a:off x="2816248" y="2660323"/>
          <a:ext cx="2938861" cy="629495"/>
        </a:xfrm>
        <a:prstGeom prst="chevron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0" tIns="13970" rIns="27940" bIns="13970" numCol="1" spcCol="1270" anchor="ctr" anchorCtr="0">
          <a:noAutofit/>
        </a:bodyPr>
        <a:lstStyle/>
        <a:p>
          <a:pPr marL="0" lvl="0" indent="0" algn="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225 </a:t>
          </a:r>
          <a:r>
            <a:rPr lang="ar-MA" sz="2200" kern="1200" dirty="0"/>
            <a:t>عدد </a:t>
          </a:r>
          <a:r>
            <a:rPr lang="ar-MA" sz="2200" kern="1200" dirty="0" err="1"/>
            <a:t>المستفيدين :</a:t>
          </a:r>
          <a:endParaRPr lang="fr-FR" sz="2200" kern="1200" dirty="0"/>
        </a:p>
      </dsp:txBody>
      <dsp:txXfrm rot="10800000">
        <a:off x="3130995" y="2660323"/>
        <a:ext cx="2309366" cy="629495"/>
      </dsp:txXfrm>
    </dsp:sp>
    <dsp:sp modelId="{8241344C-EE95-4FEA-96A5-2B68488926E8}">
      <dsp:nvSpPr>
        <dsp:cNvPr id="0" name=""/>
        <dsp:cNvSpPr/>
      </dsp:nvSpPr>
      <dsp:spPr>
        <a:xfrm rot="10800000">
          <a:off x="97710" y="2660323"/>
          <a:ext cx="2938861" cy="629495"/>
        </a:xfrm>
        <a:prstGeom prst="chevron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0" tIns="13970" rIns="27940" bIns="1397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MA" sz="2200" kern="1200" dirty="0"/>
            <a:t>130</a:t>
          </a:r>
          <a:r>
            <a:rPr lang="fr-FR" sz="2200" kern="1200" dirty="0"/>
            <a:t> </a:t>
          </a:r>
          <a:r>
            <a:rPr lang="ar-MA" sz="2200" kern="1200" dirty="0"/>
            <a:t>عدد المستفيدين :</a:t>
          </a:r>
          <a:endParaRPr lang="fr-FR" sz="2200" kern="1200" dirty="0"/>
        </a:p>
      </dsp:txBody>
      <dsp:txXfrm rot="10800000">
        <a:off x="412457" y="2660323"/>
        <a:ext cx="2309366" cy="629495"/>
      </dsp:txXfrm>
    </dsp:sp>
    <dsp:sp modelId="{6055A73F-F9B0-4764-83A4-A72C8362B797}">
      <dsp:nvSpPr>
        <dsp:cNvPr id="0" name=""/>
        <dsp:cNvSpPr/>
      </dsp:nvSpPr>
      <dsp:spPr>
        <a:xfrm rot="10800000">
          <a:off x="9668849" y="3460465"/>
          <a:ext cx="2286035" cy="758428"/>
        </a:xfrm>
        <a:prstGeom prst="chevron">
          <a:avLst/>
        </a:prstGeom>
        <a:noFill/>
        <a:ln w="63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0" tIns="14605" rIns="29210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MA" sz="2300" b="0" kern="1200">
              <a:solidFill>
                <a:srgbClr val="000000"/>
              </a:solidFill>
            </a:rPr>
            <a:t>المحورالخامس </a:t>
          </a:r>
          <a:endParaRPr lang="fr-FR" sz="2300" b="0" kern="1200" dirty="0">
            <a:solidFill>
              <a:srgbClr val="000000"/>
            </a:solidFill>
          </a:endParaRPr>
        </a:p>
      </dsp:txBody>
      <dsp:txXfrm rot="10800000">
        <a:off x="10048063" y="3460465"/>
        <a:ext cx="1527607" cy="758428"/>
      </dsp:txXfrm>
    </dsp:sp>
    <dsp:sp modelId="{2C52CE72-F8DE-437F-89D6-B43251C524F3}">
      <dsp:nvSpPr>
        <dsp:cNvPr id="0" name=""/>
        <dsp:cNvSpPr/>
      </dsp:nvSpPr>
      <dsp:spPr>
        <a:xfrm rot="10800000">
          <a:off x="5574330" y="3524931"/>
          <a:ext cx="4241146" cy="629495"/>
        </a:xfrm>
        <a:prstGeom prst="chevron">
          <a:avLst/>
        </a:prstGeom>
        <a:gradFill rotWithShape="1">
          <a:gsLst>
            <a:gs pos="0">
              <a:schemeClr val="accent4">
                <a:satMod val="103000"/>
                <a:lumMod val="102000"/>
                <a:tint val="94000"/>
              </a:schemeClr>
            </a:gs>
            <a:gs pos="50000">
              <a:schemeClr val="accent4">
                <a:satMod val="110000"/>
                <a:lumMod val="100000"/>
                <a:shade val="100000"/>
              </a:schemeClr>
            </a:gs>
            <a:gs pos="100000">
              <a:schemeClr val="accent4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4"/>
        </a:lnRef>
        <a:fillRef idx="3">
          <a:schemeClr val="accent4"/>
        </a:fillRef>
        <a:effectRef idx="3">
          <a:schemeClr val="accent4"/>
        </a:effectRef>
        <a:fontRef idx="minor">
          <a:schemeClr val="lt1"/>
        </a:fontRef>
      </dsp:style>
      <dsp:txBody>
        <a:bodyPr spcFirstLastPara="0" vert="horz" wrap="square" lIns="0" tIns="13970" rIns="2794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MA" sz="2200" kern="1200" dirty="0"/>
            <a:t>الثقافة والرياضة</a:t>
          </a:r>
          <a:endParaRPr lang="fr-FR" sz="2200" kern="1200" dirty="0"/>
        </a:p>
      </dsp:txBody>
      <dsp:txXfrm rot="10800000">
        <a:off x="5889077" y="3524931"/>
        <a:ext cx="3611651" cy="629495"/>
      </dsp:txXfrm>
    </dsp:sp>
    <dsp:sp modelId="{732B5E6C-1E8B-4849-90E2-29D6768396E6}">
      <dsp:nvSpPr>
        <dsp:cNvPr id="0" name=""/>
        <dsp:cNvSpPr/>
      </dsp:nvSpPr>
      <dsp:spPr>
        <a:xfrm rot="10800000">
          <a:off x="2816248" y="3524931"/>
          <a:ext cx="2938861" cy="629495"/>
        </a:xfrm>
        <a:prstGeom prst="chevron">
          <a:avLst/>
        </a:prstGeom>
        <a:gradFill rotWithShape="1">
          <a:gsLst>
            <a:gs pos="0">
              <a:schemeClr val="accent4">
                <a:satMod val="103000"/>
                <a:lumMod val="102000"/>
                <a:tint val="94000"/>
              </a:schemeClr>
            </a:gs>
            <a:gs pos="50000">
              <a:schemeClr val="accent4">
                <a:satMod val="110000"/>
                <a:lumMod val="100000"/>
                <a:shade val="100000"/>
              </a:schemeClr>
            </a:gs>
            <a:gs pos="100000">
              <a:schemeClr val="accent4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4"/>
        </a:lnRef>
        <a:fillRef idx="3">
          <a:schemeClr val="accent4"/>
        </a:fillRef>
        <a:effectRef idx="3">
          <a:schemeClr val="accent4"/>
        </a:effectRef>
        <a:fontRef idx="minor">
          <a:schemeClr val="lt1"/>
        </a:fontRef>
      </dsp:style>
      <dsp:txBody>
        <a:bodyPr spcFirstLastPara="0" vert="horz" wrap="square" lIns="0" tIns="13970" rIns="27940" bIns="1397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MA" sz="2200" kern="1200" dirty="0"/>
            <a:t>40</a:t>
          </a:r>
          <a:r>
            <a:rPr lang="fr-FR" sz="2200" kern="1200" dirty="0"/>
            <a:t> </a:t>
          </a:r>
          <a:r>
            <a:rPr lang="ar-MA" sz="2200" kern="1200" dirty="0"/>
            <a:t>عدد </a:t>
          </a:r>
          <a:r>
            <a:rPr lang="ar-MA" sz="2200" kern="1200" dirty="0" err="1"/>
            <a:t>المستفيدين :</a:t>
          </a:r>
          <a:endParaRPr lang="fr-FR" sz="2200" kern="1200" dirty="0"/>
        </a:p>
      </dsp:txBody>
      <dsp:txXfrm rot="10800000">
        <a:off x="3130995" y="3524931"/>
        <a:ext cx="2309366" cy="629495"/>
      </dsp:txXfrm>
    </dsp:sp>
    <dsp:sp modelId="{41BF802B-0449-42BC-BD56-65CDA6D536C6}">
      <dsp:nvSpPr>
        <dsp:cNvPr id="0" name=""/>
        <dsp:cNvSpPr/>
      </dsp:nvSpPr>
      <dsp:spPr>
        <a:xfrm rot="10800000">
          <a:off x="97710" y="3524931"/>
          <a:ext cx="2938861" cy="629495"/>
        </a:xfrm>
        <a:prstGeom prst="chevron">
          <a:avLst/>
        </a:prstGeom>
        <a:gradFill rotWithShape="1">
          <a:gsLst>
            <a:gs pos="0">
              <a:schemeClr val="accent4">
                <a:satMod val="103000"/>
                <a:lumMod val="102000"/>
                <a:tint val="94000"/>
              </a:schemeClr>
            </a:gs>
            <a:gs pos="50000">
              <a:schemeClr val="accent4">
                <a:satMod val="110000"/>
                <a:lumMod val="100000"/>
                <a:shade val="100000"/>
              </a:schemeClr>
            </a:gs>
            <a:gs pos="100000">
              <a:schemeClr val="accent4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4"/>
        </a:lnRef>
        <a:fillRef idx="3">
          <a:schemeClr val="accent4"/>
        </a:fillRef>
        <a:effectRef idx="3">
          <a:schemeClr val="accent4"/>
        </a:effectRef>
        <a:fontRef idx="minor">
          <a:schemeClr val="lt1"/>
        </a:fontRef>
      </dsp:style>
      <dsp:txBody>
        <a:bodyPr spcFirstLastPara="0" vert="horz" wrap="square" lIns="0" tIns="13970" rIns="27940" bIns="1397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55 </a:t>
          </a:r>
          <a:r>
            <a:rPr lang="ar-MA" sz="2200" kern="1200" dirty="0"/>
            <a:t>عدد </a:t>
          </a:r>
          <a:r>
            <a:rPr lang="ar-MA" sz="2200" kern="1200" dirty="0" err="1"/>
            <a:t>المستفيدين :</a:t>
          </a:r>
          <a:endParaRPr lang="fr-FR" sz="2200" kern="1200" dirty="0"/>
        </a:p>
      </dsp:txBody>
      <dsp:txXfrm rot="10800000">
        <a:off x="412457" y="3524931"/>
        <a:ext cx="2309366" cy="6294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CDDA9BC3-B52E-46A5-CFE6-53EEF71559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02D140A-8F65-B08A-410C-A9231469B5A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6151202-F4C9-4E39-8C90-2A821D568922}" type="datetimeFigureOut">
              <a:rPr lang="fr-FR"/>
              <a:pPr>
                <a:defRPr/>
              </a:pPr>
              <a:t>31/12/2025</a:t>
            </a:fld>
            <a:endParaRPr lang="fr-FR"/>
          </a:p>
        </p:txBody>
      </p:sp>
      <p:sp>
        <p:nvSpPr>
          <p:cNvPr id="4" name="Espace réservé de l'image des diapositives 3">
            <a:extLst>
              <a:ext uri="{FF2B5EF4-FFF2-40B4-BE49-F238E27FC236}">
                <a16:creationId xmlns:a16="http://schemas.microsoft.com/office/drawing/2014/main" id="{C632D85A-4420-3575-2880-D59BCA7954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notes 4">
            <a:extLst>
              <a:ext uri="{FF2B5EF4-FFF2-40B4-BE49-F238E27FC236}">
                <a16:creationId xmlns:a16="http://schemas.microsoft.com/office/drawing/2014/main" id="{5BB8E0AE-5468-D4E0-0D62-0894384A14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A50CA60-6E93-0368-A4BD-7C02602A1D9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88F401E-32E1-C306-A159-728A95B2C7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E411C0A-5CEB-4EF5-BFD3-B2E2CC542D50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6CFEE50B-615A-83CC-8525-B992B164F8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6892B1E-FA4E-48EE-BB12-95272D763BB0}" type="slidenum">
              <a:rPr lang="en-US" altLang="fr-FR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fr-FR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05BD1768-35F7-3E9E-C3BA-4C52B773EC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01A70D0E-1368-6578-C485-BF5CB470D8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altLang="fr-F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>
            <a:extLst>
              <a:ext uri="{FF2B5EF4-FFF2-40B4-BE49-F238E27FC236}">
                <a16:creationId xmlns:a16="http://schemas.microsoft.com/office/drawing/2014/main" id="{1A472336-A665-2626-F505-367D7EEE4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Espace réservé des commentaires 2">
            <a:extLst>
              <a:ext uri="{FF2B5EF4-FFF2-40B4-BE49-F238E27FC236}">
                <a16:creationId xmlns:a16="http://schemas.microsoft.com/office/drawing/2014/main" id="{E99851A1-CB55-07B5-E8AA-0AEC9C0129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ar-MA" altLang="fr-FR"/>
              <a:t>ورش تنقية النقط السوداء</a:t>
            </a:r>
          </a:p>
          <a:p>
            <a:pPr eaLnBrk="1" hangingPunct="1">
              <a:spcBef>
                <a:spcPct val="0"/>
              </a:spcBef>
            </a:pPr>
            <a:endParaRPr lang="fr-FR" altLang="fr-FR"/>
          </a:p>
        </p:txBody>
      </p:sp>
      <p:sp>
        <p:nvSpPr>
          <p:cNvPr id="9220" name="Espace réservé du numéro de diapositive 3">
            <a:extLst>
              <a:ext uri="{FF2B5EF4-FFF2-40B4-BE49-F238E27FC236}">
                <a16:creationId xmlns:a16="http://schemas.microsoft.com/office/drawing/2014/main" id="{1F8832C9-BB99-24A6-C80D-58742035BC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1CB3333-A237-4971-A02A-CCF0B7960846}" type="slidenum">
              <a:rPr lang="fr-FR" altLang="fr-FR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fr-FR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22F3004-01AF-1238-B0A3-C0501FD2B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49DC21-1D4C-49EE-A4A3-F19B1D945654}" type="datetimeFigureOut">
              <a:rPr lang="fr-FR"/>
              <a:pPr>
                <a:defRPr/>
              </a:pPr>
              <a:t>31/12/2025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C3EC63-F39A-4944-4F6E-81FDC80C4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BC8ACC-A320-701A-F92C-BAE27E042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18DA3-484C-4AA4-90FA-F23B1449D25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46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6E6B418-1B99-0DDD-2502-AA6B03FA5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66C848-2116-4366-B2EC-FC18C5E0766F}" type="datetimeFigureOut">
              <a:rPr lang="fr-FR"/>
              <a:pPr>
                <a:defRPr/>
              </a:pPr>
              <a:t>31/12/2025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5E2D155-E5EF-A4F1-A042-62D359A8F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3EE6B4-73DA-5014-A294-61176799C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4E1F72-AFD6-473F-9823-D93904BA827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8746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5B2FF09-1994-9D9A-0C0C-E037DA609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FAB166-CEA8-4A61-BB75-758B67F72A4B}" type="datetimeFigureOut">
              <a:rPr lang="fr-FR"/>
              <a:pPr>
                <a:defRPr/>
              </a:pPr>
              <a:t>31/12/2025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C3F08EE-5D5F-EF6A-F4BA-543C2E11D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D595AB-E25C-B5A4-2A4D-CA452DC23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34246D-653D-4DD7-9EBB-CC369AA8D8FF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5058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C450920F-9074-E1ED-0070-18E61E36A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0A2B82-E1C0-416C-8688-C09547868800}" type="datetimeFigureOut">
              <a:rPr lang="fr-FR"/>
              <a:pPr>
                <a:defRPr/>
              </a:pPr>
              <a:t>31/12/2025</a:t>
            </a:fld>
            <a:endParaRPr lang="fr-FR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0B3CF605-3C4B-B89B-2960-EC019F498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A0A2C2EC-75C4-908B-B83F-6CFEA62A9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663908-562A-47CB-9D98-80303D15FC8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1940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3">
            <a:extLst>
              <a:ext uri="{FF2B5EF4-FFF2-40B4-BE49-F238E27FC236}">
                <a16:creationId xmlns:a16="http://schemas.microsoft.com/office/drawing/2014/main" id="{17BF2A79-06AB-91FB-17DB-2FF8FC025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C2E4BC-BB46-4D39-9233-A99AA9C0B91E}" type="datetimeFigureOut">
              <a:rPr lang="fr-FR"/>
              <a:pPr>
                <a:defRPr/>
              </a:pPr>
              <a:t>31/12/2025</a:t>
            </a:fld>
            <a:endParaRPr lang="fr-FR"/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29E11262-5B7A-50F7-0D12-057834106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0D54FFF3-F653-3DF7-22BF-ECE78C711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FAD2CB-E834-49AF-B57D-2AB29DAD43C0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3340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DBBE786E-EA51-F176-3FAA-44E9F2FC9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23E9A3-38CA-4124-BA43-BDF9747A81A3}" type="datetimeFigureOut">
              <a:rPr lang="fr-FR"/>
              <a:pPr>
                <a:defRPr/>
              </a:pPr>
              <a:t>31/12/2025</a:t>
            </a:fld>
            <a:endParaRPr lang="fr-FR"/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4A0F568D-E002-40E6-9B7D-5E8A38005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334F0193-BD24-42B2-E68D-7C2C1B2B1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77649E-07B1-451A-97AF-C43EAF9D5B4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0314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28A35F8E-EECA-EF3C-0588-8C80A41C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DCCDAD-64EA-48AD-B4AF-2945BED223A0}" type="datetimeFigureOut">
              <a:rPr lang="fr-FR"/>
              <a:pPr>
                <a:defRPr/>
              </a:pPr>
              <a:t>31/12/2025</a:t>
            </a:fld>
            <a:endParaRPr 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2C5D7C2B-3522-353A-F56F-CA37F9F5E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C1DD97D4-658A-C915-CA09-9BF40B072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074C4F-AB93-4954-A84B-4EF3D29B707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1593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E37CC578-3D64-21AD-E05C-E667F5152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3B92E5-3AE1-4FFB-934B-261CE493C30C}" type="datetimeFigureOut">
              <a:rPr lang="fr-FR"/>
              <a:pPr>
                <a:defRPr/>
              </a:pPr>
              <a:t>31/12/2025</a:t>
            </a:fld>
            <a:endParaRPr lang="fr-FR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D7E1BDF6-CF56-D0A9-D25B-CA25C2DF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E8D3160B-106A-8644-E58C-65D240E57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94FD7B-6C08-4054-8CB7-2653E37F9B3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1685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0221964C-C5BD-50F0-2276-38FDE6BE8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463107-A458-4386-9026-8654E48E311B}" type="datetimeFigureOut">
              <a:rPr lang="fr-FR"/>
              <a:pPr>
                <a:defRPr/>
              </a:pPr>
              <a:t>31/12/2025</a:t>
            </a:fld>
            <a:endParaRPr lang="fr-FR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B1972F55-77F9-992B-A967-EE971F3C2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E7359A0E-FBC4-98AC-1C3E-9ED915D30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B93708-E401-4303-8910-4B8E5E9A251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9243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5D0395-24E0-C323-13B1-46B0E1F70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7454B-499A-4FBE-886C-057B6A960FB2}" type="datetimeFigureOut">
              <a:rPr lang="fr-FR"/>
              <a:pPr>
                <a:defRPr/>
              </a:pPr>
              <a:t>31/12/2025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A6216C4-C3FB-5D7A-78B4-8D41DEAF4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3D312F-9DFD-A28C-B7F0-87E1FCE77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1443B9-1942-43C8-B895-5B6DB16E690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900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A03603-F37A-3540-16C4-E6B397BA0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ABA5EC-9E3D-4DB1-8115-07914A52DFC3}" type="datetimeFigureOut">
              <a:rPr lang="fr-FR"/>
              <a:pPr>
                <a:defRPr/>
              </a:pPr>
              <a:t>31/12/2025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DD7629-9C03-FD62-DA54-60009AEDC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833BF73-EFD4-AD25-C5C5-4EF08DF4F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F812BB-BEA8-48F0-A031-F0C10AE7B2D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5264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3076">
            <a:extLst>
              <a:ext uri="{FF2B5EF4-FFF2-40B4-BE49-F238E27FC236}">
                <a16:creationId xmlns:a16="http://schemas.microsoft.com/office/drawing/2014/main" id="{9B6D8CAA-5C9A-CEA4-F0D7-F15DA48F17BB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000" y="152400"/>
            <a:ext cx="0" cy="68580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MA"/>
          </a:p>
        </p:txBody>
      </p:sp>
      <p:sp>
        <p:nvSpPr>
          <p:cNvPr id="3" name="Line 3079">
            <a:extLst>
              <a:ext uri="{FF2B5EF4-FFF2-40B4-BE49-F238E27FC236}">
                <a16:creationId xmlns:a16="http://schemas.microsoft.com/office/drawing/2014/main" id="{A4332594-37A1-264A-B0B2-208CBB5149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000" y="838200"/>
            <a:ext cx="114808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MA"/>
          </a:p>
        </p:txBody>
      </p:sp>
      <p:grpSp>
        <p:nvGrpSpPr>
          <p:cNvPr id="4" name="Groupe 11">
            <a:extLst>
              <a:ext uri="{FF2B5EF4-FFF2-40B4-BE49-F238E27FC236}">
                <a16:creationId xmlns:a16="http://schemas.microsoft.com/office/drawing/2014/main" id="{8AB10561-7FF1-B76A-3786-1279FDB3C85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46038" y="5876925"/>
            <a:ext cx="12001500" cy="919163"/>
            <a:chOff x="35495" y="5966271"/>
            <a:chExt cx="9001001" cy="919113"/>
          </a:xfrm>
        </p:grpSpPr>
        <p:pic>
          <p:nvPicPr>
            <p:cNvPr id="5" name="Image 12">
              <a:extLst>
                <a:ext uri="{FF2B5EF4-FFF2-40B4-BE49-F238E27FC236}">
                  <a16:creationId xmlns:a16="http://schemas.microsoft.com/office/drawing/2014/main" id="{2A258691-AA50-2F7D-4F35-F8A8CFEE92B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496" y="5966271"/>
              <a:ext cx="9000999" cy="9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itre 1">
              <a:extLst>
                <a:ext uri="{FF2B5EF4-FFF2-40B4-BE49-F238E27FC236}">
                  <a16:creationId xmlns:a16="http://schemas.microsoft.com/office/drawing/2014/main" id="{6DB113D4-5983-655C-5E61-CA16A5714A52}"/>
                </a:ext>
              </a:extLst>
            </p:cNvPr>
            <p:cNvSpPr txBox="1">
              <a:spLocks/>
            </p:cNvSpPr>
            <p:nvPr userDrawn="1"/>
          </p:nvSpPr>
          <p:spPr bwMode="auto">
            <a:xfrm>
              <a:off x="6588605" y="6177398"/>
              <a:ext cx="2447891" cy="563531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ar-AE" altLang="fr-FR" sz="2000" b="1">
                  <a:solidFill>
                    <a:schemeClr val="tx2"/>
                  </a:solidFill>
                  <a:latin typeface="Arial Narrow" panose="020B0604020202020204" pitchFamily="34" charset="0"/>
                </a:rPr>
                <a:t>المجلس الاقليمي لبركان</a:t>
              </a:r>
              <a:endParaRPr lang="fr-FR" altLang="fr-FR" sz="2000" b="1">
                <a:solidFill>
                  <a:schemeClr val="tx2"/>
                </a:solidFill>
                <a:latin typeface="Arial Narrow" panose="020B0604020202020204" pitchFamily="34" charset="0"/>
              </a:endParaRPr>
            </a:p>
          </p:txBody>
        </p:sp>
        <p:sp>
          <p:nvSpPr>
            <p:cNvPr id="7" name="Titre 1">
              <a:extLst>
                <a:ext uri="{FF2B5EF4-FFF2-40B4-BE49-F238E27FC236}">
                  <a16:creationId xmlns:a16="http://schemas.microsoft.com/office/drawing/2014/main" id="{CDD225BD-C1A3-93DE-478B-1F39D1BC67F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5495" y="6177398"/>
              <a:ext cx="4714810" cy="563531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fr-FR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CONSEIL PROVINCIAL DE BERKANE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0145837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>
            <a:extLst>
              <a:ext uri="{FF2B5EF4-FFF2-40B4-BE49-F238E27FC236}">
                <a16:creationId xmlns:a16="http://schemas.microsoft.com/office/drawing/2014/main" id="{09ACCE65-3AE5-B7AF-41EC-7A654C0275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Modifiez le style du titre</a:t>
            </a:r>
          </a:p>
        </p:txBody>
      </p:sp>
      <p:sp>
        <p:nvSpPr>
          <p:cNvPr id="1027" name="Espace réservé du texte 2">
            <a:extLst>
              <a:ext uri="{FF2B5EF4-FFF2-40B4-BE49-F238E27FC236}">
                <a16:creationId xmlns:a16="http://schemas.microsoft.com/office/drawing/2014/main" id="{4BC7C8D6-C8FE-40B2-05B0-42744F2A7C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97DB99-49A3-B6D7-F383-C4D19B2425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DC9FD48-3985-4254-8711-6DC553AAB48C}" type="datetimeFigureOut">
              <a:rPr lang="fr-FR"/>
              <a:pPr>
                <a:defRPr/>
              </a:pPr>
              <a:t>31/12/2025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E1075B-C29D-91E6-11D2-E32D2414DE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36371FD-67D4-B6EB-3208-17AAA95D5B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7906396-5D3A-4C97-8A2C-9C75514C984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30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9.jpeg"/><Relationship Id="rId4" Type="http://schemas.openxmlformats.org/officeDocument/2006/relationships/image" Target="../media/image3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5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0.jpeg"/><Relationship Id="rId4" Type="http://schemas.openxmlformats.org/officeDocument/2006/relationships/image" Target="../media/image4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7" Type="http://schemas.openxmlformats.org/officeDocument/2006/relationships/image" Target="../media/image64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3.jpeg"/><Relationship Id="rId5" Type="http://schemas.openxmlformats.org/officeDocument/2006/relationships/image" Target="../media/image62.jpeg"/><Relationship Id="rId4" Type="http://schemas.openxmlformats.org/officeDocument/2006/relationships/image" Target="../media/image6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8.jpeg"/><Relationship Id="rId4" Type="http://schemas.openxmlformats.org/officeDocument/2006/relationships/image" Target="../media/image6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ZoneTexte 1">
            <a:extLst>
              <a:ext uri="{FF2B5EF4-FFF2-40B4-BE49-F238E27FC236}">
                <a16:creationId xmlns:a16="http://schemas.microsoft.com/office/drawing/2014/main" id="{358CD2FF-E874-0B78-8A7D-A057D96AB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438400"/>
            <a:ext cx="279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Char char="§"/>
            </a:pPr>
            <a:endParaRPr lang="fr-FR" altLang="fr-FR" sz="1800"/>
          </a:p>
        </p:txBody>
      </p:sp>
      <p:sp>
        <p:nvSpPr>
          <p:cNvPr id="3" name="ZoneTexte 3">
            <a:extLst>
              <a:ext uri="{FF2B5EF4-FFF2-40B4-BE49-F238E27FC236}">
                <a16:creationId xmlns:a16="http://schemas.microsoft.com/office/drawing/2014/main" id="{BE734259-9380-6D71-B68C-BAD91B544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3813" y="2932113"/>
            <a:ext cx="8358187" cy="769937"/>
          </a:xfrm>
          <a:prstGeom prst="rect">
            <a:avLst/>
          </a:prstGeom>
          <a:solidFill>
            <a:srgbClr val="008000"/>
          </a:solidFill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rt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4400" b="1" dirty="0"/>
              <a:t>برنامج اوراش</a:t>
            </a:r>
            <a:r>
              <a:rPr lang="fr-MA" sz="4400" b="1" dirty="0"/>
              <a:t> </a:t>
            </a:r>
            <a:endParaRPr lang="ar-MA" sz="4400" b="1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C7399EFD-3866-ADF8-DC53-9DE37689C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72000" cy="695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Image 5">
            <a:extLst>
              <a:ext uri="{FF2B5EF4-FFF2-40B4-BE49-F238E27FC236}">
                <a16:creationId xmlns:a16="http://schemas.microsoft.com/office/drawing/2014/main" id="{422E4116-BB8E-D99D-DF80-13E24E270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5225" y="0"/>
            <a:ext cx="2136775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989D09AC-4FE6-980F-2799-48C6045F7F30}"/>
              </a:ext>
            </a:extLst>
          </p:cNvPr>
          <p:cNvCxnSpPr>
            <a:stCxn id="4" idx="2"/>
          </p:cNvCxnSpPr>
          <p:nvPr/>
        </p:nvCxnSpPr>
        <p:spPr>
          <a:xfrm>
            <a:off x="4346575" y="1139825"/>
            <a:ext cx="42863" cy="412115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DB529A3D-6A2A-6AAD-4C4A-51BAB2D0EC16}"/>
              </a:ext>
            </a:extLst>
          </p:cNvPr>
          <p:cNvCxnSpPr>
            <a:stCxn id="5" idx="2"/>
          </p:cNvCxnSpPr>
          <p:nvPr/>
        </p:nvCxnSpPr>
        <p:spPr>
          <a:xfrm>
            <a:off x="1714500" y="1150938"/>
            <a:ext cx="1588" cy="408146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4AF12CCE-E8C0-EC53-C548-0309B79DEFC3}"/>
              </a:ext>
            </a:extLst>
          </p:cNvPr>
          <p:cNvGraphicFramePr/>
          <p:nvPr/>
        </p:nvGraphicFramePr>
        <p:xfrm>
          <a:off x="0" y="1111347"/>
          <a:ext cx="12192000" cy="42209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re 1">
            <a:extLst>
              <a:ext uri="{FF2B5EF4-FFF2-40B4-BE49-F238E27FC236}">
                <a16:creationId xmlns:a16="http://schemas.microsoft.com/office/drawing/2014/main" id="{ED924BE2-10EB-97E7-4B12-43785D8F3498}"/>
              </a:ext>
            </a:extLst>
          </p:cNvPr>
          <p:cNvSpPr txBox="1">
            <a:spLocks/>
          </p:cNvSpPr>
          <p:nvPr/>
        </p:nvSpPr>
        <p:spPr>
          <a:xfrm>
            <a:off x="1168400" y="322263"/>
            <a:ext cx="8728075" cy="571500"/>
          </a:xfrm>
          <a:prstGeom prst="rect">
            <a:avLst/>
          </a:prstGeom>
          <a:noFill/>
          <a:ln w="9525" cap="flat" cmpd="sng" algn="ctr">
            <a:noFill/>
            <a:prstDash val="soli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ar-MA" sz="3600" u="sng" dirty="0">
                <a:solidFill>
                  <a:schemeClr val="tx1"/>
                </a:solidFill>
                <a:latin typeface="AIGDT" pitchFamily="2" charset="2"/>
                <a:cs typeface="+mj-cs"/>
              </a:rPr>
              <a:t> برنامج </a:t>
            </a:r>
            <a:r>
              <a:rPr lang="ar-MA" sz="3600" u="sng" dirty="0" err="1">
                <a:solidFill>
                  <a:schemeClr val="tx1"/>
                </a:solidFill>
                <a:latin typeface="AIGDT" pitchFamily="2" charset="2"/>
                <a:cs typeface="+mj-cs"/>
              </a:rPr>
              <a:t>أوراش</a:t>
            </a:r>
            <a:r>
              <a:rPr lang="ar-MA" sz="3600" u="sng" dirty="0">
                <a:solidFill>
                  <a:schemeClr val="tx1"/>
                </a:solidFill>
                <a:latin typeface="AIGDT" pitchFamily="2" charset="2"/>
                <a:cs typeface="+mj-cs"/>
              </a:rPr>
              <a:t> مؤقتة خلال سنتي 2022 و 2023 </a:t>
            </a:r>
            <a:r>
              <a:rPr lang="fr-FR" sz="3600" u="sng" dirty="0">
                <a:solidFill>
                  <a:schemeClr val="tx1"/>
                </a:solidFill>
                <a:latin typeface="AIGDT" pitchFamily="2" charset="2"/>
                <a:cs typeface="+mj-cs"/>
              </a:rPr>
              <a:t>  </a:t>
            </a:r>
            <a:br>
              <a:rPr lang="ar-MA" sz="3600" u="sng" dirty="0">
                <a:solidFill>
                  <a:schemeClr val="tx1"/>
                </a:solidFill>
                <a:latin typeface="AIGDT" pitchFamily="2" charset="2"/>
                <a:cs typeface="+mj-cs"/>
              </a:rPr>
            </a:br>
            <a:endParaRPr lang="fr-FR" sz="3600" u="sng" dirty="0">
              <a:solidFill>
                <a:schemeClr val="tx1"/>
              </a:solidFill>
              <a:latin typeface="AIGDT" pitchFamily="2" charset="2"/>
              <a:cs typeface="+mj-cs"/>
            </a:endParaRPr>
          </a:p>
        </p:txBody>
      </p:sp>
      <p:sp>
        <p:nvSpPr>
          <p:cNvPr id="4" name="Rectangle à coins arrondis 3">
            <a:extLst>
              <a:ext uri="{FF2B5EF4-FFF2-40B4-BE49-F238E27FC236}">
                <a16:creationId xmlns:a16="http://schemas.microsoft.com/office/drawing/2014/main" id="{F939E46B-7AFD-812D-0712-F37156FAFB86}"/>
              </a:ext>
            </a:extLst>
          </p:cNvPr>
          <p:cNvSpPr/>
          <p:nvPr/>
        </p:nvSpPr>
        <p:spPr>
          <a:xfrm>
            <a:off x="3700463" y="871538"/>
            <a:ext cx="1293812" cy="26828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b="1" dirty="0"/>
              <a:t>2022</a:t>
            </a:r>
            <a:endParaRPr lang="fr-FR" b="1" dirty="0"/>
          </a:p>
        </p:txBody>
      </p:sp>
      <p:sp>
        <p:nvSpPr>
          <p:cNvPr id="5" name="Rectangle à coins arrondis 4">
            <a:extLst>
              <a:ext uri="{FF2B5EF4-FFF2-40B4-BE49-F238E27FC236}">
                <a16:creationId xmlns:a16="http://schemas.microsoft.com/office/drawing/2014/main" id="{B2FD3E2A-AD5A-DA14-7B44-E22247490DCE}"/>
              </a:ext>
            </a:extLst>
          </p:cNvPr>
          <p:cNvSpPr/>
          <p:nvPr/>
        </p:nvSpPr>
        <p:spPr>
          <a:xfrm>
            <a:off x="1066800" y="884238"/>
            <a:ext cx="1293813" cy="2667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b="1" dirty="0"/>
              <a:t>2023</a:t>
            </a:r>
            <a:endParaRPr lang="fr-FR" b="1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6E11BE52-40E8-D7C0-09B0-CBD8F8458D41}"/>
              </a:ext>
            </a:extLst>
          </p:cNvPr>
          <p:cNvGrpSpPr/>
          <p:nvPr/>
        </p:nvGrpSpPr>
        <p:grpSpPr>
          <a:xfrm>
            <a:off x="5632189" y="5346180"/>
            <a:ext cx="4241146" cy="629495"/>
            <a:chOff x="5574330" y="3524931"/>
            <a:chExt cx="4241146" cy="629495"/>
          </a:xfrm>
          <a:solidFill>
            <a:srgbClr val="FF5050"/>
          </a:solidFill>
        </p:grpSpPr>
        <p:sp>
          <p:nvSpPr>
            <p:cNvPr id="15" name="Flèche : chevron 14">
              <a:extLst>
                <a:ext uri="{FF2B5EF4-FFF2-40B4-BE49-F238E27FC236}">
                  <a16:creationId xmlns:a16="http://schemas.microsoft.com/office/drawing/2014/main" id="{E65599B6-D555-C6FA-3A3E-0795645BFBEB}"/>
                </a:ext>
              </a:extLst>
            </p:cNvPr>
            <p:cNvSpPr/>
            <p:nvPr/>
          </p:nvSpPr>
          <p:spPr>
            <a:xfrm rot="10800000">
              <a:off x="5574330" y="3524931"/>
              <a:ext cx="4241146" cy="629495"/>
            </a:xfrm>
            <a:prstGeom prst="chevron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sp>
        <p:sp>
          <p:nvSpPr>
            <p:cNvPr id="16" name="Flèche : chevron 4">
              <a:extLst>
                <a:ext uri="{FF2B5EF4-FFF2-40B4-BE49-F238E27FC236}">
                  <a16:creationId xmlns:a16="http://schemas.microsoft.com/office/drawing/2014/main" id="{BE374DC0-0ADA-B638-7A60-84E7060AEA31}"/>
                </a:ext>
              </a:extLst>
            </p:cNvPr>
            <p:cNvSpPr txBox="1"/>
            <p:nvPr/>
          </p:nvSpPr>
          <p:spPr>
            <a:xfrm rot="21600000">
              <a:off x="5889077" y="3524931"/>
              <a:ext cx="3611651" cy="629495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0" tIns="13970" rIns="27940" bIns="13970" spcCol="1270" anchor="ctr"/>
            <a:lstStyle/>
            <a:p>
              <a:pPr algn="ctr" defTabSz="9779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ar-MA" sz="2200" b="1" dirty="0">
                  <a:solidFill>
                    <a:schemeClr val="tx1"/>
                  </a:solidFill>
                </a:rPr>
                <a:t>عدد المستفيدين في كل سنة</a:t>
              </a:r>
              <a:endParaRPr lang="fr-FR" sz="2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Groupe 7">
            <a:extLst>
              <a:ext uri="{FF2B5EF4-FFF2-40B4-BE49-F238E27FC236}">
                <a16:creationId xmlns:a16="http://schemas.microsoft.com/office/drawing/2014/main" id="{3F900A68-3AAF-27AF-493A-4D3334155EB8}"/>
              </a:ext>
            </a:extLst>
          </p:cNvPr>
          <p:cNvGrpSpPr/>
          <p:nvPr/>
        </p:nvGrpSpPr>
        <p:grpSpPr>
          <a:xfrm>
            <a:off x="2936480" y="5346180"/>
            <a:ext cx="2938861" cy="629495"/>
            <a:chOff x="2816248" y="3524931"/>
            <a:chExt cx="2938861" cy="629495"/>
          </a:xfrm>
          <a:solidFill>
            <a:srgbClr val="FF5050"/>
          </a:solidFill>
        </p:grpSpPr>
        <p:sp>
          <p:nvSpPr>
            <p:cNvPr id="13" name="Flèche : chevron 12">
              <a:extLst>
                <a:ext uri="{FF2B5EF4-FFF2-40B4-BE49-F238E27FC236}">
                  <a16:creationId xmlns:a16="http://schemas.microsoft.com/office/drawing/2014/main" id="{B3D1B46F-8B12-08BF-D5E9-18AA722E6918}"/>
                </a:ext>
              </a:extLst>
            </p:cNvPr>
            <p:cNvSpPr/>
            <p:nvPr/>
          </p:nvSpPr>
          <p:spPr>
            <a:xfrm rot="10800000">
              <a:off x="2816248" y="3524931"/>
              <a:ext cx="2938861" cy="629495"/>
            </a:xfrm>
            <a:prstGeom prst="chevron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sp>
        <p:sp>
          <p:nvSpPr>
            <p:cNvPr id="14" name="Flèche : chevron 6">
              <a:extLst>
                <a:ext uri="{FF2B5EF4-FFF2-40B4-BE49-F238E27FC236}">
                  <a16:creationId xmlns:a16="http://schemas.microsoft.com/office/drawing/2014/main" id="{58A948F9-1621-30D2-7A4A-0B62DA9F979C}"/>
                </a:ext>
              </a:extLst>
            </p:cNvPr>
            <p:cNvSpPr txBox="1"/>
            <p:nvPr/>
          </p:nvSpPr>
          <p:spPr>
            <a:xfrm rot="21600000">
              <a:off x="3130995" y="3524931"/>
              <a:ext cx="2309366" cy="629495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0" tIns="13970" rIns="27940" bIns="13970" spcCol="1270" anchor="ctr"/>
            <a:lstStyle/>
            <a:p>
              <a:pPr algn="ctr" defTabSz="9779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ar-MA" sz="2200" b="1" dirty="0">
                  <a:solidFill>
                    <a:schemeClr val="tx1"/>
                  </a:solidFill>
                </a:rPr>
                <a:t>960</a:t>
              </a:r>
              <a:endParaRPr lang="fr-FR" sz="2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D7F19E40-AB51-A5AB-9C5A-0ED9C2A3F2FD}"/>
              </a:ext>
            </a:extLst>
          </p:cNvPr>
          <p:cNvGrpSpPr/>
          <p:nvPr/>
        </p:nvGrpSpPr>
        <p:grpSpPr>
          <a:xfrm>
            <a:off x="155569" y="5346180"/>
            <a:ext cx="2938861" cy="629495"/>
            <a:chOff x="97710" y="3524931"/>
            <a:chExt cx="2938861" cy="629495"/>
          </a:xfrm>
          <a:solidFill>
            <a:srgbClr val="FF5050"/>
          </a:solidFill>
        </p:grpSpPr>
        <p:sp>
          <p:nvSpPr>
            <p:cNvPr id="11" name="Flèche : chevron 10">
              <a:extLst>
                <a:ext uri="{FF2B5EF4-FFF2-40B4-BE49-F238E27FC236}">
                  <a16:creationId xmlns:a16="http://schemas.microsoft.com/office/drawing/2014/main" id="{88F1FB5C-37E2-FE7A-E501-7121243B8264}"/>
                </a:ext>
              </a:extLst>
            </p:cNvPr>
            <p:cNvSpPr/>
            <p:nvPr/>
          </p:nvSpPr>
          <p:spPr>
            <a:xfrm rot="10800000">
              <a:off x="97710" y="3524931"/>
              <a:ext cx="2938861" cy="629495"/>
            </a:xfrm>
            <a:prstGeom prst="chevron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sp>
        <p:sp>
          <p:nvSpPr>
            <p:cNvPr id="12" name="Flèche : chevron 8">
              <a:extLst>
                <a:ext uri="{FF2B5EF4-FFF2-40B4-BE49-F238E27FC236}">
                  <a16:creationId xmlns:a16="http://schemas.microsoft.com/office/drawing/2014/main" id="{B243FA8F-56D6-C349-A6F6-4D6A58002CA1}"/>
                </a:ext>
              </a:extLst>
            </p:cNvPr>
            <p:cNvSpPr txBox="1"/>
            <p:nvPr/>
          </p:nvSpPr>
          <p:spPr>
            <a:xfrm rot="21600000">
              <a:off x="412457" y="3524931"/>
              <a:ext cx="2309366" cy="629495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0" tIns="13970" rIns="27940" bIns="13970" spcCol="1270" anchor="ctr"/>
            <a:lstStyle/>
            <a:p>
              <a:pPr algn="ctr" defTabSz="9779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fr-FR" sz="2200" b="1" dirty="0">
                  <a:solidFill>
                    <a:schemeClr val="tx1"/>
                  </a:solidFill>
                </a:rPr>
                <a:t>1036</a:t>
              </a:r>
            </a:p>
          </p:txBody>
        </p:sp>
      </p:grpSp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09D9A645-6919-5897-7F24-27C5C2FB51A4}"/>
              </a:ext>
            </a:extLst>
          </p:cNvPr>
          <p:cNvSpPr txBox="1"/>
          <p:nvPr/>
        </p:nvSpPr>
        <p:spPr>
          <a:xfrm>
            <a:off x="2063750" y="188913"/>
            <a:ext cx="6840538" cy="4159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 algn="ctr" rtl="1" eaLnBrk="1" fontAlgn="ctr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2100" dirty="0">
                <a:latin typeface="+mn-lt"/>
              </a:rPr>
              <a:t>الدعم التربوي لفائدة التلاميذ</a:t>
            </a:r>
            <a:endParaRPr lang="ar-MA" sz="21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A763241-3E7C-1F81-EC12-26DA89381AC7}"/>
              </a:ext>
            </a:extLst>
          </p:cNvPr>
          <p:cNvSpPr txBox="1"/>
          <p:nvPr/>
        </p:nvSpPr>
        <p:spPr>
          <a:xfrm>
            <a:off x="9048750" y="158750"/>
            <a:ext cx="1511300" cy="4318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>
            <a:spAutoFit/>
          </a:bodyPr>
          <a:lstStyle/>
          <a:p>
            <a:pPr algn="ctr" rtl="1" eaLnBrk="1" fontAlgn="ctr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2200" b="1" dirty="0">
                <a:latin typeface="+mn-lt"/>
              </a:rPr>
              <a:t> ورش</a:t>
            </a:r>
            <a:endParaRPr lang="ar-MA" sz="2200" b="1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172" name="Image 2">
            <a:extLst>
              <a:ext uri="{FF2B5EF4-FFF2-40B4-BE49-F238E27FC236}">
                <a16:creationId xmlns:a16="http://schemas.microsoft.com/office/drawing/2014/main" id="{2CE4CEE7-A5ED-8D18-E8DC-BCC1C7A17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4788" y="1054100"/>
            <a:ext cx="2663825" cy="240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Image 3">
            <a:extLst>
              <a:ext uri="{FF2B5EF4-FFF2-40B4-BE49-F238E27FC236}">
                <a16:creationId xmlns:a16="http://schemas.microsoft.com/office/drawing/2014/main" id="{9136E1F5-1149-0FAD-16F7-728D4CA53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225" y="1054100"/>
            <a:ext cx="2781300" cy="240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Image 4">
            <a:extLst>
              <a:ext uri="{FF2B5EF4-FFF2-40B4-BE49-F238E27FC236}">
                <a16:creationId xmlns:a16="http://schemas.microsoft.com/office/drawing/2014/main" id="{B55F513C-7335-201A-3DFA-B66DC4C2E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4788" y="3573463"/>
            <a:ext cx="2663825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5" name="Image 7">
            <a:extLst>
              <a:ext uri="{FF2B5EF4-FFF2-40B4-BE49-F238E27FC236}">
                <a16:creationId xmlns:a16="http://schemas.microsoft.com/office/drawing/2014/main" id="{551EF976-671B-ACFF-09ED-9B6935D8F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225" y="1044575"/>
            <a:ext cx="2951163" cy="241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6" name="Image 9">
            <a:extLst>
              <a:ext uri="{FF2B5EF4-FFF2-40B4-BE49-F238E27FC236}">
                <a16:creationId xmlns:a16="http://schemas.microsoft.com/office/drawing/2014/main" id="{0BEC8C0C-2616-3DCA-D750-9E26F8C4EA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225" y="3573463"/>
            <a:ext cx="2890838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7" name="Image 10">
            <a:extLst>
              <a:ext uri="{FF2B5EF4-FFF2-40B4-BE49-F238E27FC236}">
                <a16:creationId xmlns:a16="http://schemas.microsoft.com/office/drawing/2014/main" id="{B960D5AB-A350-A16D-2822-D2E1983BC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225" y="3573463"/>
            <a:ext cx="2951163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37ECF96-320D-1092-41CA-CFEBA020B935}"/>
              </a:ext>
            </a:extLst>
          </p:cNvPr>
          <p:cNvSpPr txBox="1"/>
          <p:nvPr/>
        </p:nvSpPr>
        <p:spPr>
          <a:xfrm>
            <a:off x="3216275" y="188913"/>
            <a:ext cx="5543550" cy="584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 algn="ctr" rt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3200" dirty="0">
                <a:latin typeface="+mn-lt"/>
              </a:rPr>
              <a:t>ورش تنقية النقط السوداء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BBDFDBD-2E98-FD07-AB5D-9223AC52A0E9}"/>
              </a:ext>
            </a:extLst>
          </p:cNvPr>
          <p:cNvSpPr txBox="1"/>
          <p:nvPr/>
        </p:nvSpPr>
        <p:spPr>
          <a:xfrm>
            <a:off x="8832850" y="261938"/>
            <a:ext cx="1511300" cy="43021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>
            <a:spAutoFit/>
          </a:bodyPr>
          <a:lstStyle/>
          <a:p>
            <a:pPr algn="ctr" rtl="1" eaLnBrk="1" fontAlgn="ctr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2200" b="1" dirty="0">
                <a:latin typeface="+mn-lt"/>
              </a:rPr>
              <a:t> ورش</a:t>
            </a:r>
            <a:endParaRPr lang="ar-MA" sz="2200" b="1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196" name="Image 4">
            <a:extLst>
              <a:ext uri="{FF2B5EF4-FFF2-40B4-BE49-F238E27FC236}">
                <a16:creationId xmlns:a16="http://schemas.microsoft.com/office/drawing/2014/main" id="{7555DD52-EEF2-1E44-71D1-322F1A514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5" y="908050"/>
            <a:ext cx="2665413" cy="234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Image 5">
            <a:extLst>
              <a:ext uri="{FF2B5EF4-FFF2-40B4-BE49-F238E27FC236}">
                <a16:creationId xmlns:a16="http://schemas.microsoft.com/office/drawing/2014/main" id="{B2B99729-1676-B6BE-7102-7088D708A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5" y="3357563"/>
            <a:ext cx="2665413" cy="234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Image 6">
            <a:extLst>
              <a:ext uri="{FF2B5EF4-FFF2-40B4-BE49-F238E27FC236}">
                <a16:creationId xmlns:a16="http://schemas.microsoft.com/office/drawing/2014/main" id="{6BC518B6-E084-414D-70D5-6AE560443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350" y="908050"/>
            <a:ext cx="2819400" cy="234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Image 7">
            <a:extLst>
              <a:ext uri="{FF2B5EF4-FFF2-40B4-BE49-F238E27FC236}">
                <a16:creationId xmlns:a16="http://schemas.microsoft.com/office/drawing/2014/main" id="{0D49E294-1BED-F270-36E1-56B9740B6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28"/>
          <a:stretch>
            <a:fillRect/>
          </a:stretch>
        </p:blipFill>
        <p:spPr bwMode="auto">
          <a:xfrm>
            <a:off x="4578350" y="3357563"/>
            <a:ext cx="2819400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0" name="Rectangle 8">
            <a:extLst>
              <a:ext uri="{FF2B5EF4-FFF2-40B4-BE49-F238E27FC236}">
                <a16:creationId xmlns:a16="http://schemas.microsoft.com/office/drawing/2014/main" id="{2CBACAB0-9A3F-880A-E057-A53A5F465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5025" y="5729288"/>
            <a:ext cx="15525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ar-MA" altLang="fr-FR" sz="2000" b="1">
                <a:solidFill>
                  <a:srgbClr val="C00000"/>
                </a:solidFill>
              </a:rPr>
              <a:t>جماعة تافوغالت</a:t>
            </a:r>
            <a:endParaRPr lang="fr-FR" altLang="fr-FR" sz="2000" b="1">
              <a:solidFill>
                <a:srgbClr val="C00000"/>
              </a:solidFill>
            </a:endParaRPr>
          </a:p>
        </p:txBody>
      </p:sp>
      <p:sp>
        <p:nvSpPr>
          <p:cNvPr id="8201" name="Rectangle 9">
            <a:extLst>
              <a:ext uri="{FF2B5EF4-FFF2-40B4-BE49-F238E27FC236}">
                <a16:creationId xmlns:a16="http://schemas.microsoft.com/office/drawing/2014/main" id="{3CC9A797-259C-EC30-0A78-7B084C3FF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2163" y="5705475"/>
            <a:ext cx="25796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ar-MA" altLang="fr-FR" sz="2000" b="1">
                <a:solidFill>
                  <a:srgbClr val="C00000"/>
                </a:solidFill>
              </a:rPr>
              <a:t>جماعة سيدي سليمان شراعة</a:t>
            </a:r>
            <a:endParaRPr lang="fr-FR" altLang="fr-FR" sz="2000" b="1">
              <a:solidFill>
                <a:srgbClr val="C00000"/>
              </a:solidFill>
            </a:endParaRPr>
          </a:p>
        </p:txBody>
      </p:sp>
      <p:pic>
        <p:nvPicPr>
          <p:cNvPr id="8202" name="Image 10">
            <a:extLst>
              <a:ext uri="{FF2B5EF4-FFF2-40B4-BE49-F238E27FC236}">
                <a16:creationId xmlns:a16="http://schemas.microsoft.com/office/drawing/2014/main" id="{5C6ED9B2-3105-F60B-D00B-3C80E1315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3357563"/>
            <a:ext cx="2714625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3" name="Image 11">
            <a:extLst>
              <a:ext uri="{FF2B5EF4-FFF2-40B4-BE49-F238E27FC236}">
                <a16:creationId xmlns:a16="http://schemas.microsoft.com/office/drawing/2014/main" id="{6B1A3F64-4CA3-0D2A-494A-5BED63A04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8" b="17902"/>
          <a:stretch>
            <a:fillRect/>
          </a:stretch>
        </p:blipFill>
        <p:spPr bwMode="auto">
          <a:xfrm>
            <a:off x="7608888" y="908050"/>
            <a:ext cx="2735262" cy="234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4" name="Rectangle 12">
            <a:extLst>
              <a:ext uri="{FF2B5EF4-FFF2-40B4-BE49-F238E27FC236}">
                <a16:creationId xmlns:a16="http://schemas.microsoft.com/office/drawing/2014/main" id="{9569D345-9CFE-A7F3-BEFD-506EC6B30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0713" y="5738813"/>
            <a:ext cx="14922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ar-MA" altLang="fr-FR" sz="2400" b="1">
                <a:solidFill>
                  <a:srgbClr val="C00000"/>
                </a:solidFill>
              </a:rPr>
              <a:t>جماعة بركان</a:t>
            </a:r>
            <a:endParaRPr lang="fr-FR" altLang="fr-FR" sz="24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BFDDE79B-EB84-26FF-4EB7-7382F05661C0}"/>
              </a:ext>
            </a:extLst>
          </p:cNvPr>
          <p:cNvSpPr txBox="1"/>
          <p:nvPr/>
        </p:nvSpPr>
        <p:spPr>
          <a:xfrm>
            <a:off x="2927350" y="188913"/>
            <a:ext cx="5545138" cy="4619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2400" dirty="0" err="1">
                <a:latin typeface="+mn-lt"/>
              </a:rPr>
              <a:t>رقمنة</a:t>
            </a:r>
            <a:r>
              <a:rPr lang="ar-MA" sz="2400" dirty="0">
                <a:latin typeface="+mn-lt"/>
              </a:rPr>
              <a:t> و تنظيم الأرشيف</a:t>
            </a:r>
            <a:endParaRPr lang="fr-FR" sz="2400" dirty="0">
              <a:latin typeface="+mn-lt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73BE942-2A9E-261E-0CEC-3329DF53A0D9}"/>
              </a:ext>
            </a:extLst>
          </p:cNvPr>
          <p:cNvSpPr txBox="1"/>
          <p:nvPr/>
        </p:nvSpPr>
        <p:spPr>
          <a:xfrm>
            <a:off x="8543925" y="188913"/>
            <a:ext cx="1512888" cy="43021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>
            <a:spAutoFit/>
          </a:bodyPr>
          <a:lstStyle/>
          <a:p>
            <a:pPr algn="ctr" rtl="1" eaLnBrk="1" fontAlgn="ctr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2200" b="1" dirty="0">
                <a:latin typeface="+mn-lt"/>
              </a:rPr>
              <a:t> ورش</a:t>
            </a:r>
            <a:endParaRPr lang="ar-MA" sz="2200" b="1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244" name="Image 4">
            <a:extLst>
              <a:ext uri="{FF2B5EF4-FFF2-40B4-BE49-F238E27FC236}">
                <a16:creationId xmlns:a16="http://schemas.microsoft.com/office/drawing/2014/main" id="{C926FE8A-80B0-899C-A0F0-B8CCF7108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563" y="1052513"/>
            <a:ext cx="4298950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Image 6">
            <a:extLst>
              <a:ext uri="{FF2B5EF4-FFF2-40B4-BE49-F238E27FC236}">
                <a16:creationId xmlns:a16="http://schemas.microsoft.com/office/drawing/2014/main" id="{ADD0F4EE-25BE-FCF5-DDE6-ECB471D06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563" y="3429000"/>
            <a:ext cx="4298950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Image 7">
            <a:extLst>
              <a:ext uri="{FF2B5EF4-FFF2-40B4-BE49-F238E27FC236}">
                <a16:creationId xmlns:a16="http://schemas.microsoft.com/office/drawing/2014/main" id="{5C2F1472-3376-D13A-1019-11B8AAB61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25"/>
          <a:stretch>
            <a:fillRect/>
          </a:stretch>
        </p:blipFill>
        <p:spPr bwMode="auto">
          <a:xfrm>
            <a:off x="1898650" y="1025525"/>
            <a:ext cx="3802063" cy="230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Image 10">
            <a:extLst>
              <a:ext uri="{FF2B5EF4-FFF2-40B4-BE49-F238E27FC236}">
                <a16:creationId xmlns:a16="http://schemas.microsoft.com/office/drawing/2014/main" id="{D62409E5-5052-6E23-DE59-D8AAC9440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8650" y="3500438"/>
            <a:ext cx="3802063" cy="2547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11F99AF-D97A-68CC-E11F-CED0BBE444F6}"/>
              </a:ext>
            </a:extLst>
          </p:cNvPr>
          <p:cNvSpPr txBox="1"/>
          <p:nvPr/>
        </p:nvSpPr>
        <p:spPr>
          <a:xfrm>
            <a:off x="2927350" y="188913"/>
            <a:ext cx="5545138" cy="584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 algn="ctr" rt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3200" dirty="0">
                <a:latin typeface="+mn-lt"/>
              </a:rPr>
              <a:t>ورش تنقية النقط السوداء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7306BFA-E249-1BFB-E9FE-FAD329D0731C}"/>
              </a:ext>
            </a:extLst>
          </p:cNvPr>
          <p:cNvSpPr txBox="1"/>
          <p:nvPr/>
        </p:nvSpPr>
        <p:spPr>
          <a:xfrm>
            <a:off x="8543925" y="261938"/>
            <a:ext cx="1512888" cy="43021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>
            <a:spAutoFit/>
          </a:bodyPr>
          <a:lstStyle/>
          <a:p>
            <a:pPr algn="ctr" rtl="1" eaLnBrk="1" fontAlgn="ctr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2200" b="1" dirty="0">
                <a:latin typeface="+mn-lt"/>
              </a:rPr>
              <a:t> ورش</a:t>
            </a:r>
            <a:endParaRPr lang="ar-MA" sz="22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68" name="Rectangle 13">
            <a:extLst>
              <a:ext uri="{FF2B5EF4-FFF2-40B4-BE49-F238E27FC236}">
                <a16:creationId xmlns:a16="http://schemas.microsoft.com/office/drawing/2014/main" id="{D1DFB795-A73A-A016-4997-1542C1238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8013" y="5929313"/>
            <a:ext cx="1847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ar-MA" altLang="fr-FR" sz="2000" b="1">
                <a:solidFill>
                  <a:srgbClr val="C00000"/>
                </a:solidFill>
              </a:rPr>
              <a:t>جماعة  عين الركادة</a:t>
            </a:r>
            <a:endParaRPr lang="fr-FR" altLang="fr-FR" sz="2000" b="1">
              <a:solidFill>
                <a:srgbClr val="C00000"/>
              </a:solidFill>
            </a:endParaRPr>
          </a:p>
        </p:txBody>
      </p:sp>
      <p:pic>
        <p:nvPicPr>
          <p:cNvPr id="11269" name="Image 3">
            <a:extLst>
              <a:ext uri="{FF2B5EF4-FFF2-40B4-BE49-F238E27FC236}">
                <a16:creationId xmlns:a16="http://schemas.microsoft.com/office/drawing/2014/main" id="{F9DC87CD-3087-C1C6-EA91-8DB230E283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163" y="1282700"/>
            <a:ext cx="24479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Image 15">
            <a:extLst>
              <a:ext uri="{FF2B5EF4-FFF2-40B4-BE49-F238E27FC236}">
                <a16:creationId xmlns:a16="http://schemas.microsoft.com/office/drawing/2014/main" id="{A5890C86-87D6-621A-5441-1F09B03EA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532"/>
          <a:stretch>
            <a:fillRect/>
          </a:stretch>
        </p:blipFill>
        <p:spPr bwMode="auto">
          <a:xfrm>
            <a:off x="4656138" y="1282700"/>
            <a:ext cx="2509837" cy="221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1" name="Rectangle 14">
            <a:extLst>
              <a:ext uri="{FF2B5EF4-FFF2-40B4-BE49-F238E27FC236}">
                <a16:creationId xmlns:a16="http://schemas.microsoft.com/office/drawing/2014/main" id="{CAB18CF0-D9D8-CEB3-FF4F-ED129DE70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8" y="3025775"/>
            <a:ext cx="13128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ar-MA" altLang="fr-FR" sz="2000" b="1">
                <a:solidFill>
                  <a:srgbClr val="FFFF00"/>
                </a:solidFill>
              </a:rPr>
              <a:t>جماعة أحفير</a:t>
            </a:r>
            <a:r>
              <a:rPr lang="fr-FR" altLang="fr-FR" sz="2000" b="1">
                <a:solidFill>
                  <a:srgbClr val="FFFF00"/>
                </a:solidFill>
              </a:rPr>
              <a:t> </a:t>
            </a:r>
          </a:p>
        </p:txBody>
      </p:sp>
      <p:pic>
        <p:nvPicPr>
          <p:cNvPr id="11272" name="Image 16">
            <a:extLst>
              <a:ext uri="{FF2B5EF4-FFF2-40B4-BE49-F238E27FC236}">
                <a16:creationId xmlns:a16="http://schemas.microsoft.com/office/drawing/2014/main" id="{F9734F2E-48F2-E39D-5857-3C7ADB81B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6138" y="3636963"/>
            <a:ext cx="2447925" cy="220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3" name="Image 18">
            <a:extLst>
              <a:ext uri="{FF2B5EF4-FFF2-40B4-BE49-F238E27FC236}">
                <a16:creationId xmlns:a16="http://schemas.microsoft.com/office/drawing/2014/main" id="{5D92EEFB-CB50-FF5F-7D0C-C809F8404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963" y="1282700"/>
            <a:ext cx="3168650" cy="455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4" name="Rectangle 9">
            <a:extLst>
              <a:ext uri="{FF2B5EF4-FFF2-40B4-BE49-F238E27FC236}">
                <a16:creationId xmlns:a16="http://schemas.microsoft.com/office/drawing/2014/main" id="{502F1E4A-2927-A729-1684-447997412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7163" y="3094038"/>
            <a:ext cx="13477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ar-MA" altLang="fr-FR" sz="2000" b="1">
                <a:solidFill>
                  <a:srgbClr val="FFFF00"/>
                </a:solidFill>
              </a:rPr>
              <a:t>جماعة رسلان</a:t>
            </a:r>
            <a:endParaRPr lang="fr-FR" altLang="fr-FR" sz="2000" b="1">
              <a:solidFill>
                <a:srgbClr val="FFFF00"/>
              </a:solidFill>
            </a:endParaRPr>
          </a:p>
        </p:txBody>
      </p:sp>
      <p:pic>
        <p:nvPicPr>
          <p:cNvPr id="11275" name="Image 11">
            <a:extLst>
              <a:ext uri="{FF2B5EF4-FFF2-40B4-BE49-F238E27FC236}">
                <a16:creationId xmlns:a16="http://schemas.microsoft.com/office/drawing/2014/main" id="{471FBCF5-181D-5360-4758-92B5BF347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163" y="3636963"/>
            <a:ext cx="2447925" cy="220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04321AD-C4F6-7B32-78E0-058F72A2492A}"/>
              </a:ext>
            </a:extLst>
          </p:cNvPr>
          <p:cNvSpPr txBox="1"/>
          <p:nvPr/>
        </p:nvSpPr>
        <p:spPr>
          <a:xfrm>
            <a:off x="2927350" y="188913"/>
            <a:ext cx="5545138" cy="584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 algn="ctr" rt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3200" dirty="0">
                <a:latin typeface="+mn-lt"/>
              </a:rPr>
              <a:t>ورش تنقية النقط السوداء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ECA7E37-6CDE-C70A-7ABD-728352179520}"/>
              </a:ext>
            </a:extLst>
          </p:cNvPr>
          <p:cNvSpPr txBox="1"/>
          <p:nvPr/>
        </p:nvSpPr>
        <p:spPr>
          <a:xfrm>
            <a:off x="8543925" y="261938"/>
            <a:ext cx="1512888" cy="43021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>
            <a:spAutoFit/>
          </a:bodyPr>
          <a:lstStyle/>
          <a:p>
            <a:pPr algn="ctr" rtl="1" eaLnBrk="1" fontAlgn="ctr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2200" b="1" dirty="0">
                <a:latin typeface="+mn-lt"/>
              </a:rPr>
              <a:t> ورش</a:t>
            </a:r>
            <a:endParaRPr lang="ar-MA" sz="2200" b="1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2292" name="Image 4">
            <a:extLst>
              <a:ext uri="{FF2B5EF4-FFF2-40B4-BE49-F238E27FC236}">
                <a16:creationId xmlns:a16="http://schemas.microsoft.com/office/drawing/2014/main" id="{6D2874D3-2024-FA99-110D-B02B88AC6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495"/>
          <a:stretch>
            <a:fillRect/>
          </a:stretch>
        </p:blipFill>
        <p:spPr bwMode="auto">
          <a:xfrm>
            <a:off x="1631950" y="908050"/>
            <a:ext cx="3059113" cy="240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Image 5">
            <a:extLst>
              <a:ext uri="{FF2B5EF4-FFF2-40B4-BE49-F238E27FC236}">
                <a16:creationId xmlns:a16="http://schemas.microsoft.com/office/drawing/2014/main" id="{B096EE8A-8017-8A16-56D6-149096DE6F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750"/>
          <a:stretch>
            <a:fillRect/>
          </a:stretch>
        </p:blipFill>
        <p:spPr bwMode="auto">
          <a:xfrm>
            <a:off x="1631950" y="3357563"/>
            <a:ext cx="3059113" cy="243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4" name="Rectangle 6">
            <a:extLst>
              <a:ext uri="{FF2B5EF4-FFF2-40B4-BE49-F238E27FC236}">
                <a16:creationId xmlns:a16="http://schemas.microsoft.com/office/drawing/2014/main" id="{D6DDE731-9C7F-3F35-8ABC-BADDD8A28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0600" y="5729288"/>
            <a:ext cx="12414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ar-MA" altLang="fr-FR" sz="2000" b="1">
                <a:solidFill>
                  <a:srgbClr val="C00000"/>
                </a:solidFill>
              </a:rPr>
              <a:t>جماعة أغبال</a:t>
            </a:r>
            <a:endParaRPr lang="fr-FR" altLang="fr-FR" sz="2000" b="1">
              <a:solidFill>
                <a:srgbClr val="C00000"/>
              </a:solidFill>
            </a:endParaRPr>
          </a:p>
        </p:txBody>
      </p:sp>
      <p:pic>
        <p:nvPicPr>
          <p:cNvPr id="12295" name="Image 7">
            <a:extLst>
              <a:ext uri="{FF2B5EF4-FFF2-40B4-BE49-F238E27FC236}">
                <a16:creationId xmlns:a16="http://schemas.microsoft.com/office/drawing/2014/main" id="{A0565C65-A423-C983-ADA9-9E91BF319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881063"/>
            <a:ext cx="2709863" cy="243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6" name="Image 8">
            <a:extLst>
              <a:ext uri="{FF2B5EF4-FFF2-40B4-BE49-F238E27FC236}">
                <a16:creationId xmlns:a16="http://schemas.microsoft.com/office/drawing/2014/main" id="{FC8BF6F7-D26C-CE8C-8322-ED33DE865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2038" y="3351213"/>
            <a:ext cx="2714625" cy="2525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7" name="Rectangle 9">
            <a:extLst>
              <a:ext uri="{FF2B5EF4-FFF2-40B4-BE49-F238E27FC236}">
                <a16:creationId xmlns:a16="http://schemas.microsoft.com/office/drawing/2014/main" id="{F40F8349-5B64-5267-7F4F-33AC83618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1150" y="923925"/>
            <a:ext cx="1366838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ar-MA" altLang="fr-FR" sz="2000" b="1">
                <a:solidFill>
                  <a:srgbClr val="C00000"/>
                </a:solidFill>
              </a:rPr>
              <a:t>جماعة لعثامنة</a:t>
            </a:r>
            <a:endParaRPr lang="fr-FR" altLang="fr-FR" sz="2000" b="1">
              <a:solidFill>
                <a:srgbClr val="C00000"/>
              </a:solidFill>
            </a:endParaRPr>
          </a:p>
        </p:txBody>
      </p:sp>
      <p:pic>
        <p:nvPicPr>
          <p:cNvPr id="12298" name="Image 10">
            <a:extLst>
              <a:ext uri="{FF2B5EF4-FFF2-40B4-BE49-F238E27FC236}">
                <a16:creationId xmlns:a16="http://schemas.microsoft.com/office/drawing/2014/main" id="{724D09E0-65CB-ED64-CE3B-659C9596D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3363913"/>
            <a:ext cx="2695575" cy="256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9" name="Image 11">
            <a:extLst>
              <a:ext uri="{FF2B5EF4-FFF2-40B4-BE49-F238E27FC236}">
                <a16:creationId xmlns:a16="http://schemas.microsoft.com/office/drawing/2014/main" id="{5E5CFC2A-90FA-9404-274A-4124E5784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1763" y="898525"/>
            <a:ext cx="2833687" cy="241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00" name="Rectangle 13">
            <a:extLst>
              <a:ext uri="{FF2B5EF4-FFF2-40B4-BE49-F238E27FC236}">
                <a16:creationId xmlns:a16="http://schemas.microsoft.com/office/drawing/2014/main" id="{5AFDA76D-B9F0-1EF4-AA7F-E9DA10C2E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8013" y="5929313"/>
            <a:ext cx="1847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ar-MA" altLang="fr-FR" sz="2000" b="1">
                <a:solidFill>
                  <a:srgbClr val="C00000"/>
                </a:solidFill>
              </a:rPr>
              <a:t>جماعة  عين الركادة</a:t>
            </a:r>
            <a:endParaRPr lang="fr-FR" altLang="fr-FR" sz="20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D1B7F17-064B-96D4-5B76-04B0D8D45981}"/>
              </a:ext>
            </a:extLst>
          </p:cNvPr>
          <p:cNvSpPr txBox="1"/>
          <p:nvPr/>
        </p:nvSpPr>
        <p:spPr>
          <a:xfrm>
            <a:off x="2063750" y="188913"/>
            <a:ext cx="6840538" cy="4159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2100" dirty="0">
                <a:solidFill>
                  <a:schemeClr val="dk1"/>
                </a:solidFill>
                <a:latin typeface="+mn-lt"/>
              </a:rPr>
              <a:t>الحراسة والنظافة بالمؤسسات التعليمية والمقاطعات الحضرية (التابعة للسلطة)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B43DCD2-95D1-B41E-7686-D44AA23D70DD}"/>
              </a:ext>
            </a:extLst>
          </p:cNvPr>
          <p:cNvSpPr txBox="1"/>
          <p:nvPr/>
        </p:nvSpPr>
        <p:spPr>
          <a:xfrm>
            <a:off x="9048750" y="158750"/>
            <a:ext cx="1511300" cy="4318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>
            <a:spAutoFit/>
          </a:bodyPr>
          <a:lstStyle/>
          <a:p>
            <a:pPr algn="ctr" rtl="1" eaLnBrk="1" fontAlgn="ctr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2200" b="1" dirty="0">
                <a:latin typeface="+mn-lt"/>
              </a:rPr>
              <a:t> ورش</a:t>
            </a:r>
            <a:endParaRPr lang="ar-MA" sz="2200" b="1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3316" name="Image 4">
            <a:extLst>
              <a:ext uri="{FF2B5EF4-FFF2-40B4-BE49-F238E27FC236}">
                <a16:creationId xmlns:a16="http://schemas.microsoft.com/office/drawing/2014/main" id="{A2BE3C26-9D45-23F4-893E-01CEFD9BE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950" y="908050"/>
            <a:ext cx="3024188" cy="244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Image 7">
            <a:extLst>
              <a:ext uri="{FF2B5EF4-FFF2-40B4-BE49-F238E27FC236}">
                <a16:creationId xmlns:a16="http://schemas.microsoft.com/office/drawing/2014/main" id="{7D6F2570-1B37-0109-7B78-519B32576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950" y="3644900"/>
            <a:ext cx="3024188" cy="2255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Image 8">
            <a:extLst>
              <a:ext uri="{FF2B5EF4-FFF2-40B4-BE49-F238E27FC236}">
                <a16:creationId xmlns:a16="http://schemas.microsoft.com/office/drawing/2014/main" id="{A35B7CC1-8DB7-F3DB-0F2F-96C8F431C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3573463"/>
            <a:ext cx="2676525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9" name="Image 9">
            <a:extLst>
              <a:ext uri="{FF2B5EF4-FFF2-40B4-BE49-F238E27FC236}">
                <a16:creationId xmlns:a16="http://schemas.microsoft.com/office/drawing/2014/main" id="{942B0F09-1D63-7C98-FDD0-F359CD89DA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5863" y="977900"/>
            <a:ext cx="3024187" cy="489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0" name="Picture 4" descr="C:\Users\DELL\Desktop\AWRACH 2023\ورش الصيانة والنظافة بالركادة\WhatsApp Image 2023-10-30 at 17.34.09 (2).jpeg">
            <a:extLst>
              <a:ext uri="{FF2B5EF4-FFF2-40B4-BE49-F238E27FC236}">
                <a16:creationId xmlns:a16="http://schemas.microsoft.com/office/drawing/2014/main" id="{EB091956-F515-BCCE-D84A-C90273181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908050"/>
            <a:ext cx="2676525" cy="244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EEC730EF-DCF3-9F32-C06A-4242E0E68C68}"/>
              </a:ext>
            </a:extLst>
          </p:cNvPr>
          <p:cNvSpPr txBox="1"/>
          <p:nvPr/>
        </p:nvSpPr>
        <p:spPr>
          <a:xfrm>
            <a:off x="2063750" y="188913"/>
            <a:ext cx="6840538" cy="4159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 algn="ctr" rtl="1" eaLnBrk="1" fontAlgn="ctr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2100" dirty="0">
                <a:solidFill>
                  <a:srgbClr val="000000"/>
                </a:solidFill>
                <a:latin typeface="Times New Roman"/>
              </a:rPr>
              <a:t>أشغال تنقية  المخلفات و إزالة الأعشاب بالطرق الإقليمية والوطنية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6210DF4-6F14-8029-8C1F-E91B61400B58}"/>
              </a:ext>
            </a:extLst>
          </p:cNvPr>
          <p:cNvSpPr txBox="1"/>
          <p:nvPr/>
        </p:nvSpPr>
        <p:spPr>
          <a:xfrm>
            <a:off x="9048750" y="158750"/>
            <a:ext cx="1511300" cy="4318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>
            <a:spAutoFit/>
          </a:bodyPr>
          <a:lstStyle/>
          <a:p>
            <a:pPr algn="ctr" rtl="1" eaLnBrk="1" fontAlgn="ctr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2200" b="1" dirty="0">
                <a:latin typeface="+mn-lt"/>
              </a:rPr>
              <a:t> ورش</a:t>
            </a:r>
            <a:endParaRPr lang="ar-MA" sz="2200" b="1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4340" name="Image 4">
            <a:extLst>
              <a:ext uri="{FF2B5EF4-FFF2-40B4-BE49-F238E27FC236}">
                <a16:creationId xmlns:a16="http://schemas.microsoft.com/office/drawing/2014/main" id="{5ABA68E9-7EBF-C3AB-6583-CBC864908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850" y="3449638"/>
            <a:ext cx="4286250" cy="248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Image 5">
            <a:extLst>
              <a:ext uri="{FF2B5EF4-FFF2-40B4-BE49-F238E27FC236}">
                <a16:creationId xmlns:a16="http://schemas.microsoft.com/office/drawing/2014/main" id="{43229D31-1988-46CF-70A0-415B9C822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7800" y="908050"/>
            <a:ext cx="3836988" cy="254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Image 6">
            <a:extLst>
              <a:ext uri="{FF2B5EF4-FFF2-40B4-BE49-F238E27FC236}">
                <a16:creationId xmlns:a16="http://schemas.microsoft.com/office/drawing/2014/main" id="{4FFFF55B-AC35-6586-391D-378965C5C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850" y="908050"/>
            <a:ext cx="4286250" cy="234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3" name="Image 7">
            <a:extLst>
              <a:ext uri="{FF2B5EF4-FFF2-40B4-BE49-F238E27FC236}">
                <a16:creationId xmlns:a16="http://schemas.microsoft.com/office/drawing/2014/main" id="{F344C923-C931-5B74-B50D-5A0F94A9F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7800" y="3644900"/>
            <a:ext cx="3836988" cy="237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EA2ECDD0-D258-6FF6-FFFC-81A49292341B}"/>
              </a:ext>
            </a:extLst>
          </p:cNvPr>
          <p:cNvSpPr txBox="1"/>
          <p:nvPr/>
        </p:nvSpPr>
        <p:spPr>
          <a:xfrm>
            <a:off x="2063750" y="188913"/>
            <a:ext cx="6840538" cy="4619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 algn="ctr" rtl="1" eaLnBrk="1" fontAlgn="ctr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2400" b="1" dirty="0">
                <a:solidFill>
                  <a:srgbClr val="000000"/>
                </a:solidFill>
                <a:latin typeface="Times New Roman"/>
              </a:rPr>
              <a:t>حراسة الغابات في فصل الصيف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EDBE5B1-FA99-20E6-CE8C-3665A987ADA8}"/>
              </a:ext>
            </a:extLst>
          </p:cNvPr>
          <p:cNvSpPr txBox="1"/>
          <p:nvPr/>
        </p:nvSpPr>
        <p:spPr>
          <a:xfrm>
            <a:off x="9048750" y="190500"/>
            <a:ext cx="1511300" cy="43021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>
            <a:spAutoFit/>
          </a:bodyPr>
          <a:lstStyle/>
          <a:p>
            <a:pPr algn="ctr" rtl="1" eaLnBrk="1" fontAlgn="ctr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2200" b="1" dirty="0">
                <a:latin typeface="+mn-lt"/>
              </a:rPr>
              <a:t> ورش</a:t>
            </a:r>
            <a:endParaRPr lang="ar-MA" sz="2200" b="1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5364" name="Image 4">
            <a:extLst>
              <a:ext uri="{FF2B5EF4-FFF2-40B4-BE49-F238E27FC236}">
                <a16:creationId xmlns:a16="http://schemas.microsoft.com/office/drawing/2014/main" id="{19D9C2DF-9627-860C-5AA4-59A898965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5" y="1484313"/>
            <a:ext cx="2376488" cy="399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Image 5">
            <a:extLst>
              <a:ext uri="{FF2B5EF4-FFF2-40B4-BE49-F238E27FC236}">
                <a16:creationId xmlns:a16="http://schemas.microsoft.com/office/drawing/2014/main" id="{9FB5A3D1-90BD-CD9D-E0A4-3BB9424F4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6138" y="1484313"/>
            <a:ext cx="2581275" cy="399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Image 7">
            <a:extLst>
              <a:ext uri="{FF2B5EF4-FFF2-40B4-BE49-F238E27FC236}">
                <a16:creationId xmlns:a16="http://schemas.microsoft.com/office/drawing/2014/main" id="{0E4D613A-210B-1B76-A640-8F7938F02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4788" y="1484313"/>
            <a:ext cx="2555875" cy="385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>
            <a:extLst>
              <a:ext uri="{FF2B5EF4-FFF2-40B4-BE49-F238E27FC236}">
                <a16:creationId xmlns:a16="http://schemas.microsoft.com/office/drawing/2014/main" id="{2AC3B6EA-B069-3B0C-408C-792573F67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888" y="1412875"/>
            <a:ext cx="2951162" cy="433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6387" name="ZoneTexte 2">
            <a:extLst>
              <a:ext uri="{FF2B5EF4-FFF2-40B4-BE49-F238E27FC236}">
                <a16:creationId xmlns:a16="http://schemas.microsoft.com/office/drawing/2014/main" id="{C458D3C0-4B05-55A9-452D-5DB0517979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8888" y="4979988"/>
            <a:ext cx="29511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rtl="1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ar-MA" altLang="fr-FR" sz="2000">
                <a:solidFill>
                  <a:srgbClr val="FFFF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بني بوعبدالله-جبل بوحماد:9كلم  جماعة فزوان</a:t>
            </a:r>
            <a:endParaRPr lang="fr-FR" altLang="fr-FR" sz="2000">
              <a:solidFill>
                <a:srgbClr val="FFFF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16388" name="Picture 3">
            <a:extLst>
              <a:ext uri="{FF2B5EF4-FFF2-40B4-BE49-F238E27FC236}">
                <a16:creationId xmlns:a16="http://schemas.microsoft.com/office/drawing/2014/main" id="{02B8A1DB-65F5-BB9A-66C0-273479228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6138" y="1412875"/>
            <a:ext cx="2754312" cy="433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2" descr="C:\Users\DELL\Desktop\photos exposé octobre\ممرات المشي\بني حماد نحو زكزل عبر واد ديد\WhatsApp Image 2022-10-25 at 10.08.39.jpeg">
            <a:extLst>
              <a:ext uri="{FF2B5EF4-FFF2-40B4-BE49-F238E27FC236}">
                <a16:creationId xmlns:a16="http://schemas.microsoft.com/office/drawing/2014/main" id="{E3BE7566-BC6C-E194-E50C-008D22034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950" y="1412875"/>
            <a:ext cx="2735263" cy="425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0" name="ZoneTexte 1">
            <a:extLst>
              <a:ext uri="{FF2B5EF4-FFF2-40B4-BE49-F238E27FC236}">
                <a16:creationId xmlns:a16="http://schemas.microsoft.com/office/drawing/2014/main" id="{8F18AD0D-523D-3949-093C-F95BCE74D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588" y="4822825"/>
            <a:ext cx="3581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ar-MA" altLang="fr-FR" sz="2400">
                <a:solidFill>
                  <a:srgbClr val="FFFF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بني حماد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ar-MA" altLang="fr-FR" sz="2400">
                <a:solidFill>
                  <a:srgbClr val="FFFF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نحو زكزل عبر واد ديد</a:t>
            </a:r>
            <a:endParaRPr lang="fr-FR" altLang="fr-FR" sz="2400">
              <a:solidFill>
                <a:srgbClr val="FFFF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6391" name="Rectangle 1">
            <a:extLst>
              <a:ext uri="{FF2B5EF4-FFF2-40B4-BE49-F238E27FC236}">
                <a16:creationId xmlns:a16="http://schemas.microsoft.com/office/drawing/2014/main" id="{95BE0B32-6503-F7AE-CAD5-8021A5762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3363" y="5149850"/>
            <a:ext cx="13827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ar-MA" altLang="fr-FR" sz="1800">
                <a:solidFill>
                  <a:srgbClr val="FFFF00"/>
                </a:solidFill>
              </a:rPr>
              <a:t>جماعة تافوغالت</a:t>
            </a:r>
            <a:endParaRPr lang="fr-FR" altLang="fr-FR" sz="1800">
              <a:solidFill>
                <a:srgbClr val="FFFF00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EBA1782-F204-282C-BBD4-29CA639F5B69}"/>
              </a:ext>
            </a:extLst>
          </p:cNvPr>
          <p:cNvSpPr txBox="1"/>
          <p:nvPr/>
        </p:nvSpPr>
        <p:spPr>
          <a:xfrm>
            <a:off x="9048750" y="190500"/>
            <a:ext cx="1511300" cy="43021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>
            <a:spAutoFit/>
          </a:bodyPr>
          <a:lstStyle/>
          <a:p>
            <a:pPr algn="ctr" rtl="1" eaLnBrk="1" fontAlgn="ctr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2200" b="1" dirty="0">
                <a:latin typeface="+mn-lt"/>
              </a:rPr>
              <a:t> ورش</a:t>
            </a:r>
            <a:endParaRPr lang="ar-MA" sz="22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5BC89A6-627B-71CA-2AF5-EC920D8CAE40}"/>
              </a:ext>
            </a:extLst>
          </p:cNvPr>
          <p:cNvSpPr txBox="1"/>
          <p:nvPr/>
        </p:nvSpPr>
        <p:spPr>
          <a:xfrm>
            <a:off x="2063750" y="188913"/>
            <a:ext cx="6840538" cy="4619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 algn="ctr" rt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2400" dirty="0">
                <a:latin typeface="+mn-lt"/>
              </a:rPr>
              <a:t>ورش تهيئة ممرات المشي بالمناطق </a:t>
            </a:r>
            <a:r>
              <a:rPr lang="ar-MA" sz="2400" dirty="0" err="1">
                <a:latin typeface="+mn-lt"/>
              </a:rPr>
              <a:t>الغابوية</a:t>
            </a:r>
            <a:endParaRPr lang="ar-MA" sz="2400" dirty="0">
              <a:latin typeface="+mn-lt"/>
            </a:endParaRPr>
          </a:p>
        </p:txBody>
      </p:sp>
    </p:spTree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1A787EAC-898B-DE3C-5053-7F66FE164F8E}"/>
              </a:ext>
            </a:extLst>
          </p:cNvPr>
          <p:cNvSpPr txBox="1"/>
          <p:nvPr/>
        </p:nvSpPr>
        <p:spPr>
          <a:xfrm>
            <a:off x="2351088" y="260350"/>
            <a:ext cx="6553200" cy="46196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2400" dirty="0">
                <a:latin typeface="+mn-lt"/>
              </a:rPr>
              <a:t>قلع الصبار المصاب بالحشرة القرمزية بتراب جماعة رسلان</a:t>
            </a:r>
            <a:endParaRPr lang="fr-FR" sz="2400" dirty="0">
              <a:latin typeface="+mn-lt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EEED517-FCE2-A2D3-478C-4D330DCA4423}"/>
              </a:ext>
            </a:extLst>
          </p:cNvPr>
          <p:cNvSpPr txBox="1"/>
          <p:nvPr/>
        </p:nvSpPr>
        <p:spPr>
          <a:xfrm>
            <a:off x="8472488" y="261938"/>
            <a:ext cx="1511300" cy="43021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>
            <a:spAutoFit/>
          </a:bodyPr>
          <a:lstStyle/>
          <a:p>
            <a:pPr algn="ctr" rtl="1" eaLnBrk="1" fontAlgn="ctr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2200" b="1" dirty="0">
                <a:latin typeface="+mn-lt"/>
              </a:rPr>
              <a:t> ورش</a:t>
            </a:r>
            <a:endParaRPr lang="ar-MA" sz="2200" b="1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7412" name="Image 4">
            <a:extLst>
              <a:ext uri="{FF2B5EF4-FFF2-40B4-BE49-F238E27FC236}">
                <a16:creationId xmlns:a16="http://schemas.microsoft.com/office/drawing/2014/main" id="{F7C4F398-C9DD-6AB7-7600-56BA4B3C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8" y="981075"/>
            <a:ext cx="8280400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D128C4AB-83EB-55DF-F986-A7B86A9A935A}"/>
              </a:ext>
            </a:extLst>
          </p:cNvPr>
          <p:cNvSpPr txBox="1"/>
          <p:nvPr/>
        </p:nvSpPr>
        <p:spPr>
          <a:xfrm>
            <a:off x="2595563" y="107950"/>
            <a:ext cx="5545137" cy="584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 algn="ctr" rtl="1" eaLnBrk="1" fontAlgn="ctr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3200" b="1" dirty="0">
                <a:solidFill>
                  <a:srgbClr val="000000"/>
                </a:solidFill>
                <a:latin typeface="Times New Roman"/>
              </a:rPr>
              <a:t>دعم القطاع الصحي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82AE530-54F4-639D-5B71-0F1C81B29ABC}"/>
              </a:ext>
            </a:extLst>
          </p:cNvPr>
          <p:cNvSpPr txBox="1"/>
          <p:nvPr/>
        </p:nvSpPr>
        <p:spPr>
          <a:xfrm>
            <a:off x="8543925" y="261938"/>
            <a:ext cx="1512888" cy="43021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>
            <a:spAutoFit/>
          </a:bodyPr>
          <a:lstStyle/>
          <a:p>
            <a:pPr algn="ctr" rtl="1" eaLnBrk="1" fontAlgn="ctr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2200" b="1" dirty="0">
                <a:latin typeface="+mn-lt"/>
              </a:rPr>
              <a:t> ورش</a:t>
            </a:r>
            <a:endParaRPr lang="ar-MA" sz="22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36" name="Rectangle 13">
            <a:extLst>
              <a:ext uri="{FF2B5EF4-FFF2-40B4-BE49-F238E27FC236}">
                <a16:creationId xmlns:a16="http://schemas.microsoft.com/office/drawing/2014/main" id="{7F687C13-6C25-A3D5-5AC9-D37E86FB1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8013" y="5929313"/>
            <a:ext cx="1847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ar-MA" altLang="fr-FR" sz="2000" b="1">
                <a:solidFill>
                  <a:srgbClr val="C00000"/>
                </a:solidFill>
              </a:rPr>
              <a:t>جماعة  عين الركادة</a:t>
            </a:r>
            <a:endParaRPr lang="fr-FR" altLang="fr-FR" sz="2000" b="1">
              <a:solidFill>
                <a:srgbClr val="C00000"/>
              </a:solidFill>
            </a:endParaRPr>
          </a:p>
        </p:txBody>
      </p:sp>
      <p:pic>
        <p:nvPicPr>
          <p:cNvPr id="18437" name="Image 4">
            <a:extLst>
              <a:ext uri="{FF2B5EF4-FFF2-40B4-BE49-F238E27FC236}">
                <a16:creationId xmlns:a16="http://schemas.microsoft.com/office/drawing/2014/main" id="{12523ACA-3450-2587-8022-394CF438B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5513" y="1201738"/>
            <a:ext cx="2592387" cy="459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8" name="Image 5">
            <a:extLst>
              <a:ext uri="{FF2B5EF4-FFF2-40B4-BE49-F238E27FC236}">
                <a16:creationId xmlns:a16="http://schemas.microsoft.com/office/drawing/2014/main" id="{B322D053-2C50-2B31-36B4-FB5C6F9A9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775" y="1296988"/>
            <a:ext cx="2879725" cy="459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9" name="Image 6">
            <a:extLst>
              <a:ext uri="{FF2B5EF4-FFF2-40B4-BE49-F238E27FC236}">
                <a16:creationId xmlns:a16="http://schemas.microsoft.com/office/drawing/2014/main" id="{2DCA5F0B-0CE6-374E-36D6-46568AD334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8" y="992188"/>
            <a:ext cx="2822575" cy="214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0" name="Image 17">
            <a:extLst>
              <a:ext uri="{FF2B5EF4-FFF2-40B4-BE49-F238E27FC236}">
                <a16:creationId xmlns:a16="http://schemas.microsoft.com/office/drawing/2014/main" id="{3C2E4029-C515-8099-B3C1-C4770FFE2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8" y="3500438"/>
            <a:ext cx="2822575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DC9E8C8-29D7-1A3E-548B-65850FF69A20}"/>
              </a:ext>
            </a:extLst>
          </p:cNvPr>
          <p:cNvSpPr txBox="1"/>
          <p:nvPr/>
        </p:nvSpPr>
        <p:spPr>
          <a:xfrm>
            <a:off x="2495550" y="365125"/>
            <a:ext cx="5976938" cy="4000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 algn="ctr" rtl="1" eaLnBrk="1" fontAlgn="ctr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2000" b="1" dirty="0">
                <a:solidFill>
                  <a:srgbClr val="000000"/>
                </a:solidFill>
                <a:latin typeface="Times New Roman"/>
              </a:rPr>
              <a:t>مواكبة و مرافقة الأشخاص في وضعية إعاقة بالمراكز و أثناء التنقل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DFB88C6-884E-BAF4-A0F5-EB3F809BB15F}"/>
              </a:ext>
            </a:extLst>
          </p:cNvPr>
          <p:cNvSpPr txBox="1"/>
          <p:nvPr/>
        </p:nvSpPr>
        <p:spPr>
          <a:xfrm>
            <a:off x="8543925" y="261938"/>
            <a:ext cx="1512888" cy="43021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>
            <a:spAutoFit/>
          </a:bodyPr>
          <a:lstStyle/>
          <a:p>
            <a:pPr algn="ctr" rtl="1" eaLnBrk="1" fontAlgn="ctr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2200" b="1" dirty="0">
                <a:latin typeface="+mn-lt"/>
              </a:rPr>
              <a:t> ورش</a:t>
            </a:r>
            <a:endParaRPr lang="ar-MA" sz="2200" b="1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9460" name="Image 3">
            <a:extLst>
              <a:ext uri="{FF2B5EF4-FFF2-40B4-BE49-F238E27FC236}">
                <a16:creationId xmlns:a16="http://schemas.microsoft.com/office/drawing/2014/main" id="{64A0FFE5-1AE0-3F6B-2A7B-7CB881EA54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922338"/>
            <a:ext cx="3311525" cy="235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1" name="Image 4">
            <a:extLst>
              <a:ext uri="{FF2B5EF4-FFF2-40B4-BE49-F238E27FC236}">
                <a16:creationId xmlns:a16="http://schemas.microsoft.com/office/drawing/2014/main" id="{6CFC7CF9-24A6-F9A1-2896-2364A2E11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5638" y="1125538"/>
            <a:ext cx="4321175" cy="439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2" name="Image 6">
            <a:extLst>
              <a:ext uri="{FF2B5EF4-FFF2-40B4-BE49-F238E27FC236}">
                <a16:creationId xmlns:a16="http://schemas.microsoft.com/office/drawing/2014/main" id="{47076160-040E-1C26-818A-83E1330B4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75" y="3573463"/>
            <a:ext cx="3302000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9C097FC8-64C9-5489-2F23-F6B6D598EB8E}"/>
              </a:ext>
            </a:extLst>
          </p:cNvPr>
          <p:cNvSpPr txBox="1"/>
          <p:nvPr/>
        </p:nvSpPr>
        <p:spPr>
          <a:xfrm>
            <a:off x="2927350" y="188913"/>
            <a:ext cx="5545138" cy="584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 algn="ctr" rtl="1" eaLnBrk="1" fontAlgn="ctr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3200" b="1" dirty="0">
                <a:solidFill>
                  <a:srgbClr val="000000"/>
                </a:solidFill>
                <a:latin typeface="Times New Roman"/>
              </a:rPr>
              <a:t>تأطير ورشات التكوين الحرفي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859D6DB-5D7F-D07F-CDDE-86F960DEF545}"/>
              </a:ext>
            </a:extLst>
          </p:cNvPr>
          <p:cNvSpPr txBox="1"/>
          <p:nvPr/>
        </p:nvSpPr>
        <p:spPr>
          <a:xfrm>
            <a:off x="8543925" y="261938"/>
            <a:ext cx="1512888" cy="43021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>
            <a:spAutoFit/>
          </a:bodyPr>
          <a:lstStyle/>
          <a:p>
            <a:pPr algn="ctr" rtl="1" eaLnBrk="1" fontAlgn="ctr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2200" b="1" dirty="0">
                <a:latin typeface="+mn-lt"/>
              </a:rPr>
              <a:t> ورش</a:t>
            </a:r>
            <a:endParaRPr lang="ar-MA" sz="2200" b="1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0484" name="Image 14">
            <a:extLst>
              <a:ext uri="{FF2B5EF4-FFF2-40B4-BE49-F238E27FC236}">
                <a16:creationId xmlns:a16="http://schemas.microsoft.com/office/drawing/2014/main" id="{AE5EF675-0236-7F18-DAA4-9D9432566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463" y="981075"/>
            <a:ext cx="3900487" cy="467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Image 15">
            <a:extLst>
              <a:ext uri="{FF2B5EF4-FFF2-40B4-BE49-F238E27FC236}">
                <a16:creationId xmlns:a16="http://schemas.microsoft.com/office/drawing/2014/main" id="{07BFF1D1-8339-CE10-2C84-E5E5D119C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075" y="955675"/>
            <a:ext cx="3629025" cy="470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CC88670F-D68F-1E62-B306-555B6D87495D}"/>
              </a:ext>
            </a:extLst>
          </p:cNvPr>
          <p:cNvSpPr txBox="1"/>
          <p:nvPr/>
        </p:nvSpPr>
        <p:spPr>
          <a:xfrm>
            <a:off x="2927350" y="188913"/>
            <a:ext cx="5545138" cy="584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 algn="ctr" rtl="1" eaLnBrk="1" fontAlgn="ctr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3200" b="1" dirty="0">
                <a:solidFill>
                  <a:srgbClr val="000000"/>
                </a:solidFill>
                <a:latin typeface="Times New Roman"/>
              </a:rPr>
              <a:t>التنشيط التربوي والرياضي والسياحي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DF65F2A-2C20-724B-779C-E73B34B4005D}"/>
              </a:ext>
            </a:extLst>
          </p:cNvPr>
          <p:cNvSpPr txBox="1"/>
          <p:nvPr/>
        </p:nvSpPr>
        <p:spPr>
          <a:xfrm>
            <a:off x="8543925" y="261938"/>
            <a:ext cx="1512888" cy="43021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>
            <a:spAutoFit/>
          </a:bodyPr>
          <a:lstStyle/>
          <a:p>
            <a:pPr algn="ctr" rtl="1" eaLnBrk="1" fontAlgn="ctr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2200" b="1" dirty="0">
                <a:latin typeface="+mn-lt"/>
              </a:rPr>
              <a:t> ورش</a:t>
            </a:r>
            <a:endParaRPr lang="ar-MA" sz="2200" b="1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1508" name="Image 11">
            <a:extLst>
              <a:ext uri="{FF2B5EF4-FFF2-40B4-BE49-F238E27FC236}">
                <a16:creationId xmlns:a16="http://schemas.microsoft.com/office/drawing/2014/main" id="{6E02EE54-FF11-58BD-00AA-E256ABB02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052513"/>
            <a:ext cx="4851400" cy="218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9" name="Image 12">
            <a:extLst>
              <a:ext uri="{FF2B5EF4-FFF2-40B4-BE49-F238E27FC236}">
                <a16:creationId xmlns:a16="http://schemas.microsoft.com/office/drawing/2014/main" id="{1267CF12-7516-F6DD-3268-D59C8CBA0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213" y="1052513"/>
            <a:ext cx="3638550" cy="467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0" name="Image 14">
            <a:extLst>
              <a:ext uri="{FF2B5EF4-FFF2-40B4-BE49-F238E27FC236}">
                <a16:creationId xmlns:a16="http://schemas.microsoft.com/office/drawing/2014/main" id="{118B74C5-5D54-9DA1-3836-6A5B1FF30B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392488"/>
            <a:ext cx="4851400" cy="248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D157C3F-5FA9-D6EF-6862-908C6B4D2301}"/>
              </a:ext>
            </a:extLst>
          </p:cNvPr>
          <p:cNvSpPr txBox="1"/>
          <p:nvPr/>
        </p:nvSpPr>
        <p:spPr>
          <a:xfrm>
            <a:off x="2927350" y="188913"/>
            <a:ext cx="5545138" cy="584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 algn="ctr" rtl="1" eaLnBrk="1" fontAlgn="ctr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3200" b="1" dirty="0">
                <a:solidFill>
                  <a:srgbClr val="000000"/>
                </a:solidFill>
                <a:latin typeface="Times New Roman"/>
              </a:rPr>
              <a:t>التنشيط التربوي والرياضي والسياحي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A0778A6-BA31-C968-3A9E-C5E87F6F80FF}"/>
              </a:ext>
            </a:extLst>
          </p:cNvPr>
          <p:cNvSpPr txBox="1"/>
          <p:nvPr/>
        </p:nvSpPr>
        <p:spPr>
          <a:xfrm>
            <a:off x="8543925" y="261938"/>
            <a:ext cx="1512888" cy="43021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>
            <a:spAutoFit/>
          </a:bodyPr>
          <a:lstStyle/>
          <a:p>
            <a:pPr algn="ctr" rtl="1" eaLnBrk="1" fontAlgn="ctr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2200" b="1" dirty="0">
                <a:latin typeface="+mn-lt"/>
              </a:rPr>
              <a:t> ورش</a:t>
            </a:r>
            <a:endParaRPr lang="ar-MA" sz="2200" b="1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2532" name="Image 4">
            <a:extLst>
              <a:ext uri="{FF2B5EF4-FFF2-40B4-BE49-F238E27FC236}">
                <a16:creationId xmlns:a16="http://schemas.microsoft.com/office/drawing/2014/main" id="{B19F22ED-953A-99FB-D34D-7B728829C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925" y="3429000"/>
            <a:ext cx="2817813" cy="2446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Image 5">
            <a:extLst>
              <a:ext uri="{FF2B5EF4-FFF2-40B4-BE49-F238E27FC236}">
                <a16:creationId xmlns:a16="http://schemas.microsoft.com/office/drawing/2014/main" id="{9E7BDA75-FAEA-5E75-672C-246223E2B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3113" y="3509963"/>
            <a:ext cx="2881312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4" name="Image 6">
            <a:extLst>
              <a:ext uri="{FF2B5EF4-FFF2-40B4-BE49-F238E27FC236}">
                <a16:creationId xmlns:a16="http://schemas.microsoft.com/office/drawing/2014/main" id="{C639F62B-3884-F451-84AE-5096E3C4B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675" y="1062038"/>
            <a:ext cx="2808288" cy="222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5" name="Image 9">
            <a:extLst>
              <a:ext uri="{FF2B5EF4-FFF2-40B4-BE49-F238E27FC236}">
                <a16:creationId xmlns:a16="http://schemas.microsoft.com/office/drawing/2014/main" id="{E2271BDD-4FBD-3247-E2B5-13A0002DAF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888" y="1001713"/>
            <a:ext cx="2789237" cy="221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6" name="Image 10">
            <a:extLst>
              <a:ext uri="{FF2B5EF4-FFF2-40B4-BE49-F238E27FC236}">
                <a16:creationId xmlns:a16="http://schemas.microsoft.com/office/drawing/2014/main" id="{3D3FAD2E-A29A-289B-6434-DAB3198639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250" y="3413125"/>
            <a:ext cx="2555875" cy="231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7" name="Image 11">
            <a:extLst>
              <a:ext uri="{FF2B5EF4-FFF2-40B4-BE49-F238E27FC236}">
                <a16:creationId xmlns:a16="http://schemas.microsoft.com/office/drawing/2014/main" id="{462F7D99-70D8-162F-2257-78B8C1C94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950" y="1062038"/>
            <a:ext cx="2778125" cy="223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DC5FD7E-50BC-F225-D972-0F1599A6BA8E}"/>
              </a:ext>
            </a:extLst>
          </p:cNvPr>
          <p:cNvSpPr txBox="1"/>
          <p:nvPr/>
        </p:nvSpPr>
        <p:spPr>
          <a:xfrm>
            <a:off x="2927350" y="188913"/>
            <a:ext cx="5545138" cy="4619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2400" dirty="0">
                <a:latin typeface="+mn-lt"/>
              </a:rPr>
              <a:t>تنظيم حملات تحسيسية حول الإسعافات الأولية</a:t>
            </a:r>
            <a:endParaRPr lang="fr-FR" sz="2400" dirty="0">
              <a:latin typeface="+mn-lt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658E226-9994-9FD1-7372-D1A8FFC665C2}"/>
              </a:ext>
            </a:extLst>
          </p:cNvPr>
          <p:cNvSpPr txBox="1"/>
          <p:nvPr/>
        </p:nvSpPr>
        <p:spPr>
          <a:xfrm>
            <a:off x="8543925" y="188913"/>
            <a:ext cx="1512888" cy="43021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>
            <a:spAutoFit/>
          </a:bodyPr>
          <a:lstStyle/>
          <a:p>
            <a:pPr algn="ctr" rtl="1" eaLnBrk="1" fontAlgn="ctr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2200" b="1" dirty="0">
                <a:latin typeface="+mn-lt"/>
              </a:rPr>
              <a:t> ورش</a:t>
            </a:r>
            <a:endParaRPr lang="ar-MA" sz="2200" b="1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3556" name="Image 4">
            <a:extLst>
              <a:ext uri="{FF2B5EF4-FFF2-40B4-BE49-F238E27FC236}">
                <a16:creationId xmlns:a16="http://schemas.microsoft.com/office/drawing/2014/main" id="{DEA6DDAD-95D4-3459-43BE-623921D38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987"/>
          <a:stretch>
            <a:fillRect/>
          </a:stretch>
        </p:blipFill>
        <p:spPr bwMode="auto">
          <a:xfrm>
            <a:off x="1631950" y="981075"/>
            <a:ext cx="3803650" cy="256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Image 6">
            <a:extLst>
              <a:ext uri="{FF2B5EF4-FFF2-40B4-BE49-F238E27FC236}">
                <a16:creationId xmlns:a16="http://schemas.microsoft.com/office/drawing/2014/main" id="{720A19BF-12AE-CA03-C7C8-5D879397E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563" y="3573463"/>
            <a:ext cx="4319587" cy="246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Image 7">
            <a:extLst>
              <a:ext uri="{FF2B5EF4-FFF2-40B4-BE49-F238E27FC236}">
                <a16:creationId xmlns:a16="http://schemas.microsoft.com/office/drawing/2014/main" id="{91C0D5FB-ACD6-445E-BD57-2BD5C793F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563" y="981075"/>
            <a:ext cx="4319587" cy="256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9" name="Image 8">
            <a:extLst>
              <a:ext uri="{FF2B5EF4-FFF2-40B4-BE49-F238E27FC236}">
                <a16:creationId xmlns:a16="http://schemas.microsoft.com/office/drawing/2014/main" id="{05490FE4-9415-C056-A61C-AED2F363E8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17" b="11980"/>
          <a:stretch>
            <a:fillRect/>
          </a:stretch>
        </p:blipFill>
        <p:spPr bwMode="auto">
          <a:xfrm>
            <a:off x="1631950" y="3644900"/>
            <a:ext cx="3803650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C9C5176-BA68-C56B-9741-44BAEE137259}"/>
              </a:ext>
            </a:extLst>
          </p:cNvPr>
          <p:cNvSpPr txBox="1"/>
          <p:nvPr/>
        </p:nvSpPr>
        <p:spPr>
          <a:xfrm>
            <a:off x="2927350" y="188913"/>
            <a:ext cx="5545138" cy="4619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2400" dirty="0">
                <a:latin typeface="+mn-lt"/>
              </a:rPr>
              <a:t>عملية التنظيم  بالشاطئ و التنقية بجماعة السعيدية</a:t>
            </a:r>
            <a:endParaRPr lang="fr-FR" sz="2400" dirty="0">
              <a:latin typeface="+mn-lt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EA35B48-DC90-E87A-9D13-532A428DE606}"/>
              </a:ext>
            </a:extLst>
          </p:cNvPr>
          <p:cNvSpPr txBox="1"/>
          <p:nvPr/>
        </p:nvSpPr>
        <p:spPr>
          <a:xfrm>
            <a:off x="8543925" y="188913"/>
            <a:ext cx="1512888" cy="43021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>
            <a:spAutoFit/>
          </a:bodyPr>
          <a:lstStyle/>
          <a:p>
            <a:pPr algn="ctr" rtl="1" eaLnBrk="1" fontAlgn="ctr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2200" b="1" dirty="0">
                <a:latin typeface="+mn-lt"/>
              </a:rPr>
              <a:t> ورش</a:t>
            </a:r>
            <a:endParaRPr lang="ar-MA" sz="2200" b="1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4580" name="Image 3">
            <a:extLst>
              <a:ext uri="{FF2B5EF4-FFF2-40B4-BE49-F238E27FC236}">
                <a16:creationId xmlns:a16="http://schemas.microsoft.com/office/drawing/2014/main" id="{F60FC9A6-EDC4-E183-AFCD-ADCDBC1C1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463" y="1057275"/>
            <a:ext cx="4197350" cy="489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Image 4">
            <a:extLst>
              <a:ext uri="{FF2B5EF4-FFF2-40B4-BE49-F238E27FC236}">
                <a16:creationId xmlns:a16="http://schemas.microsoft.com/office/drawing/2014/main" id="{C2FBAA05-11C7-F7D8-E9B8-A7432568AA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925" y="1023938"/>
            <a:ext cx="4014788" cy="2620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2" name="Image 5">
            <a:extLst>
              <a:ext uri="{FF2B5EF4-FFF2-40B4-BE49-F238E27FC236}">
                <a16:creationId xmlns:a16="http://schemas.microsoft.com/office/drawing/2014/main" id="{C36F3163-ABCF-BD58-5838-C01C3A3B2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5" y="3789363"/>
            <a:ext cx="3925888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</TotalTime>
  <Words>268</Words>
  <Application>Microsoft Office PowerPoint</Application>
  <PresentationFormat>Grand écran</PresentationFormat>
  <Paragraphs>78</Paragraphs>
  <Slides>19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8" baseType="lpstr">
      <vt:lpstr>Calibri</vt:lpstr>
      <vt:lpstr>Arial</vt:lpstr>
      <vt:lpstr>Calibri Light</vt:lpstr>
      <vt:lpstr>Arial Narrow</vt:lpstr>
      <vt:lpstr>ＭＳ Ｐゴシック</vt:lpstr>
      <vt:lpstr>Wingdings</vt:lpstr>
      <vt:lpstr>AIGDT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HI</dc:creator>
  <cp:lastModifiedBy>Nasr</cp:lastModifiedBy>
  <cp:revision>104</cp:revision>
  <dcterms:created xsi:type="dcterms:W3CDTF">2025-12-29T10:24:12Z</dcterms:created>
  <dcterms:modified xsi:type="dcterms:W3CDTF">2025-12-31T08:29:48Z</dcterms:modified>
</cp:coreProperties>
</file>